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Waffle Soft" charset="1" panose="02000503000000020004"/>
      <p:regular r:id="rId19"/>
    </p:embeddedFont>
    <p:embeddedFont>
      <p:font typeface="Prompt Bold" charset="1" panose="00000800000000000000"/>
      <p:regular r:id="rId20"/>
    </p:embeddedFont>
    <p:embeddedFont>
      <p:font typeface="Prompt" charset="1" panose="000005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svg" Type="http://schemas.openxmlformats.org/officeDocument/2006/relationships/image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28.png" Type="http://schemas.openxmlformats.org/officeDocument/2006/relationships/image"/><Relationship Id="rId7" Target="../media/image29.png" Type="http://schemas.openxmlformats.org/officeDocument/2006/relationships/image"/><Relationship Id="rId8" Target="../media/image30.svg" Type="http://schemas.openxmlformats.org/officeDocument/2006/relationships/image"/><Relationship Id="rId9" Target="../media/image3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903247" y="702770"/>
            <a:ext cx="10481506" cy="8555530"/>
          </a:xfrm>
          <a:custGeom>
            <a:avLst/>
            <a:gdLst/>
            <a:ahLst/>
            <a:cxnLst/>
            <a:rect r="r" b="b" t="t" l="l"/>
            <a:pathLst>
              <a:path h="8555530" w="10481506">
                <a:moveTo>
                  <a:pt x="0" y="0"/>
                </a:moveTo>
                <a:lnTo>
                  <a:pt x="10481506" y="0"/>
                </a:lnTo>
                <a:lnTo>
                  <a:pt x="10481506" y="8555530"/>
                </a:lnTo>
                <a:lnTo>
                  <a:pt x="0" y="85555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416121" y="3566628"/>
            <a:ext cx="14004095" cy="336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20"/>
              </a:lnSpc>
            </a:pPr>
            <a:r>
              <a:rPr lang="en-US" sz="13868" spc="-970">
                <a:solidFill>
                  <a:srgbClr val="BB500B"/>
                </a:solidFill>
                <a:latin typeface="Waffle Soft"/>
                <a:ea typeface="Waffle Soft"/>
                <a:cs typeface="Waffle Soft"/>
                <a:sym typeface="Waffle Soft"/>
              </a:rPr>
              <a:t>KHOW BAN CHAN</a:t>
            </a:r>
          </a:p>
        </p:txBody>
      </p:sp>
      <p:grpSp>
        <p:nvGrpSpPr>
          <p:cNvPr name="Group 4" id="4"/>
          <p:cNvGrpSpPr/>
          <p:nvPr/>
        </p:nvGrpSpPr>
        <p:grpSpPr>
          <a:xfrm rot="-95770">
            <a:off x="-804270" y="9166182"/>
            <a:ext cx="20178560" cy="3086100"/>
            <a:chOff x="0" y="0"/>
            <a:chExt cx="5314518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314518" cy="812800"/>
            </a:xfrm>
            <a:custGeom>
              <a:avLst/>
              <a:gdLst/>
              <a:ahLst/>
              <a:cxnLst/>
              <a:rect r="r" b="b" t="t" l="l"/>
              <a:pathLst>
                <a:path h="812800" w="5314518">
                  <a:moveTo>
                    <a:pt x="0" y="0"/>
                  </a:moveTo>
                  <a:lnTo>
                    <a:pt x="5314518" y="0"/>
                  </a:lnTo>
                  <a:lnTo>
                    <a:pt x="531451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6EED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5314518" cy="831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8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true" flipV="false" rot="0">
            <a:off x="13411246" y="-336357"/>
            <a:ext cx="6017939" cy="5120719"/>
          </a:xfrm>
          <a:custGeom>
            <a:avLst/>
            <a:gdLst/>
            <a:ahLst/>
            <a:cxnLst/>
            <a:rect r="r" b="b" t="t" l="l"/>
            <a:pathLst>
              <a:path h="5120719" w="6017939">
                <a:moveTo>
                  <a:pt x="6017940" y="0"/>
                </a:moveTo>
                <a:lnTo>
                  <a:pt x="0" y="0"/>
                </a:lnTo>
                <a:lnTo>
                  <a:pt x="0" y="5120719"/>
                </a:lnTo>
                <a:lnTo>
                  <a:pt x="6017940" y="5120719"/>
                </a:lnTo>
                <a:lnTo>
                  <a:pt x="601794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242846">
            <a:off x="-682936" y="5553285"/>
            <a:ext cx="4455000" cy="4114800"/>
          </a:xfrm>
          <a:custGeom>
            <a:avLst/>
            <a:gdLst/>
            <a:ahLst/>
            <a:cxnLst/>
            <a:rect r="r" b="b" t="t" l="l"/>
            <a:pathLst>
              <a:path h="4114800" w="4455000">
                <a:moveTo>
                  <a:pt x="4455000" y="0"/>
                </a:moveTo>
                <a:lnTo>
                  <a:pt x="0" y="0"/>
                </a:lnTo>
                <a:lnTo>
                  <a:pt x="0" y="4114800"/>
                </a:lnTo>
                <a:lnTo>
                  <a:pt x="4455000" y="4114800"/>
                </a:lnTo>
                <a:lnTo>
                  <a:pt x="44550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729015" y="5143500"/>
            <a:ext cx="5696784" cy="5489628"/>
          </a:xfrm>
          <a:custGeom>
            <a:avLst/>
            <a:gdLst/>
            <a:ahLst/>
            <a:cxnLst/>
            <a:rect r="r" b="b" t="t" l="l"/>
            <a:pathLst>
              <a:path h="5489628" w="5696784">
                <a:moveTo>
                  <a:pt x="0" y="0"/>
                </a:moveTo>
                <a:lnTo>
                  <a:pt x="5696783" y="0"/>
                </a:lnTo>
                <a:lnTo>
                  <a:pt x="5696783" y="5489628"/>
                </a:lnTo>
                <a:lnTo>
                  <a:pt x="0" y="54896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551845" y="702770"/>
            <a:ext cx="837224" cy="570734"/>
          </a:xfrm>
          <a:custGeom>
            <a:avLst/>
            <a:gdLst/>
            <a:ahLst/>
            <a:cxnLst/>
            <a:rect r="r" b="b" t="t" l="l"/>
            <a:pathLst>
              <a:path h="570734" w="837224">
                <a:moveTo>
                  <a:pt x="0" y="0"/>
                </a:moveTo>
                <a:lnTo>
                  <a:pt x="837224" y="0"/>
                </a:lnTo>
                <a:lnTo>
                  <a:pt x="837224" y="570734"/>
                </a:lnTo>
                <a:lnTo>
                  <a:pt x="0" y="57073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570938" y="8643537"/>
            <a:ext cx="598046" cy="614763"/>
          </a:xfrm>
          <a:custGeom>
            <a:avLst/>
            <a:gdLst/>
            <a:ahLst/>
            <a:cxnLst/>
            <a:rect r="r" b="b" t="t" l="l"/>
            <a:pathLst>
              <a:path h="614763" w="598046">
                <a:moveTo>
                  <a:pt x="0" y="0"/>
                </a:moveTo>
                <a:lnTo>
                  <a:pt x="598046" y="0"/>
                </a:lnTo>
                <a:lnTo>
                  <a:pt x="598046" y="614763"/>
                </a:lnTo>
                <a:lnTo>
                  <a:pt x="0" y="6147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-50792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556981" y="-1237073"/>
            <a:ext cx="4819187" cy="5510505"/>
          </a:xfrm>
          <a:custGeom>
            <a:avLst/>
            <a:gdLst/>
            <a:ahLst/>
            <a:cxnLst/>
            <a:rect r="r" b="b" t="t" l="l"/>
            <a:pathLst>
              <a:path h="5510505" w="4819187">
                <a:moveTo>
                  <a:pt x="0" y="0"/>
                </a:moveTo>
                <a:lnTo>
                  <a:pt x="4819187" y="0"/>
                </a:lnTo>
                <a:lnTo>
                  <a:pt x="4819187" y="5510504"/>
                </a:lnTo>
                <a:lnTo>
                  <a:pt x="0" y="551050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416121" y="6934918"/>
            <a:ext cx="14004095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799">
                <a:solidFill>
                  <a:srgbClr val="BB500B"/>
                </a:solidFill>
                <a:latin typeface="Prompt Bold"/>
                <a:ea typeface="Prompt Bold"/>
                <a:cs typeface="Prompt Bold"/>
                <a:sym typeface="Prompt Bold"/>
              </a:rPr>
              <a:t>by don’t soda with Bel (G15)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546490" y="3579862"/>
            <a:ext cx="9195020" cy="1465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51"/>
              </a:lnSpc>
            </a:pPr>
            <a:r>
              <a:rPr lang="en-US" sz="4179" b="true">
                <a:solidFill>
                  <a:srgbClr val="0E2634"/>
                </a:solidFill>
                <a:latin typeface="Prompt Bold"/>
                <a:ea typeface="Prompt Bold"/>
                <a:cs typeface="Prompt Bold"/>
                <a:sym typeface="Prompt Bold"/>
              </a:rPr>
              <a:t>สมาชิกกลุ่ม</a:t>
            </a:r>
          </a:p>
          <a:p>
            <a:pPr algn="ctr">
              <a:lnSpc>
                <a:spcPts val="5851"/>
              </a:lnSpc>
            </a:pPr>
            <a:r>
              <a:rPr lang="en-US" sz="4179" b="true">
                <a:solidFill>
                  <a:srgbClr val="0E2634"/>
                </a:solidFill>
                <a:latin typeface="Prompt Bold"/>
                <a:ea typeface="Prompt Bold"/>
                <a:cs typeface="Prompt Bold"/>
                <a:sym typeface="Prompt Bold"/>
              </a:rPr>
              <a:t>mentor : ศรันธ์ จตุพรพิทักษ์กุล(พี่ต้าร์)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546490" y="5614565"/>
            <a:ext cx="6271652" cy="2720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31"/>
              </a:lnSpc>
            </a:pPr>
            <a:r>
              <a:rPr lang="en-US" sz="3879" b="true">
                <a:solidFill>
                  <a:srgbClr val="0E2634"/>
                </a:solidFill>
                <a:latin typeface="Prompt Bold"/>
                <a:ea typeface="Prompt Bold"/>
                <a:cs typeface="Prompt Bold"/>
                <a:sym typeface="Prompt Bold"/>
              </a:rPr>
              <a:t>1.นายธมน อู่เงิน  </a:t>
            </a:r>
          </a:p>
          <a:p>
            <a:pPr algn="just">
              <a:lnSpc>
                <a:spcPts val="5431"/>
              </a:lnSpc>
            </a:pPr>
            <a:r>
              <a:rPr lang="en-US" sz="3879" b="true">
                <a:solidFill>
                  <a:srgbClr val="0E2634"/>
                </a:solidFill>
                <a:latin typeface="Prompt Bold"/>
                <a:ea typeface="Prompt Bold"/>
                <a:cs typeface="Prompt Bold"/>
                <a:sym typeface="Prompt Bold"/>
              </a:rPr>
              <a:t>2.นายวรพล ปานเขียว  </a:t>
            </a:r>
          </a:p>
          <a:p>
            <a:pPr algn="just">
              <a:lnSpc>
                <a:spcPts val="5431"/>
              </a:lnSpc>
            </a:pPr>
            <a:r>
              <a:rPr lang="en-US" sz="3879" b="true">
                <a:solidFill>
                  <a:srgbClr val="0E2634"/>
                </a:solidFill>
                <a:latin typeface="Prompt Bold"/>
                <a:ea typeface="Prompt Bold"/>
                <a:cs typeface="Prompt Bold"/>
                <a:sym typeface="Prompt Bold"/>
              </a:rPr>
              <a:t>3.นายกิตติภพ ดวงมาลา  </a:t>
            </a:r>
          </a:p>
          <a:p>
            <a:pPr algn="just">
              <a:lnSpc>
                <a:spcPts val="5431"/>
              </a:lnSpc>
            </a:pPr>
            <a:r>
              <a:rPr lang="en-US" sz="3879" b="true">
                <a:solidFill>
                  <a:srgbClr val="0E2634"/>
                </a:solidFill>
                <a:latin typeface="Prompt Bold"/>
                <a:ea typeface="Prompt Bold"/>
                <a:cs typeface="Prompt Bold"/>
                <a:sym typeface="Prompt Bold"/>
              </a:rPr>
              <a:t>4.นางสาวสิริวิมล ยางธิสาร 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509049" y="2180172"/>
            <a:ext cx="11269903" cy="1141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90"/>
              </a:lnSpc>
            </a:pPr>
            <a:r>
              <a:rPr lang="en-US" sz="9000" spc="-630">
                <a:solidFill>
                  <a:srgbClr val="BB500B"/>
                </a:solidFill>
                <a:latin typeface="Waffle Soft"/>
                <a:ea typeface="Waffle Soft"/>
                <a:cs typeface="Waffle Soft"/>
                <a:sym typeface="Waffle Soft"/>
              </a:rPr>
              <a:t>Don’t soda with bel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663292" y="5614565"/>
            <a:ext cx="3078218" cy="2720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31"/>
              </a:lnSpc>
            </a:pPr>
            <a:r>
              <a:rPr lang="en-US" sz="3879" b="true">
                <a:solidFill>
                  <a:srgbClr val="0E2634"/>
                </a:solidFill>
                <a:latin typeface="Prompt Bold"/>
                <a:ea typeface="Prompt Bold"/>
                <a:cs typeface="Prompt Bold"/>
                <a:sym typeface="Prompt Bold"/>
              </a:rPr>
              <a:t>660510656</a:t>
            </a:r>
          </a:p>
          <a:p>
            <a:pPr algn="just">
              <a:lnSpc>
                <a:spcPts val="5431"/>
              </a:lnSpc>
            </a:pPr>
            <a:r>
              <a:rPr lang="en-US" sz="3879" b="true">
                <a:solidFill>
                  <a:srgbClr val="0E2634"/>
                </a:solidFill>
                <a:latin typeface="Prompt Bold"/>
                <a:ea typeface="Prompt Bold"/>
                <a:cs typeface="Prompt Bold"/>
                <a:sym typeface="Prompt Bold"/>
              </a:rPr>
              <a:t>660510675</a:t>
            </a:r>
          </a:p>
          <a:p>
            <a:pPr algn="just">
              <a:lnSpc>
                <a:spcPts val="5431"/>
              </a:lnSpc>
            </a:pPr>
            <a:r>
              <a:rPr lang="en-US" sz="3879" b="true">
                <a:solidFill>
                  <a:srgbClr val="0E2634"/>
                </a:solidFill>
                <a:latin typeface="Prompt Bold"/>
                <a:ea typeface="Prompt Bold"/>
                <a:cs typeface="Prompt Bold"/>
                <a:sym typeface="Prompt Bold"/>
              </a:rPr>
              <a:t>660510690</a:t>
            </a:r>
          </a:p>
          <a:p>
            <a:pPr algn="just">
              <a:lnSpc>
                <a:spcPts val="5431"/>
              </a:lnSpc>
            </a:pPr>
            <a:r>
              <a:rPr lang="en-US" sz="3879" b="true">
                <a:solidFill>
                  <a:srgbClr val="0E2634"/>
                </a:solidFill>
                <a:latin typeface="Prompt Bold"/>
                <a:ea typeface="Prompt Bold"/>
                <a:cs typeface="Prompt Bold"/>
                <a:sym typeface="Prompt Bold"/>
              </a:rPr>
              <a:t>660510728</a:t>
            </a:r>
          </a:p>
        </p:txBody>
      </p:sp>
      <p:sp>
        <p:nvSpPr>
          <p:cNvPr name="Freeform 6" id="6"/>
          <p:cNvSpPr/>
          <p:nvPr/>
        </p:nvSpPr>
        <p:spPr>
          <a:xfrm flipH="true" flipV="false" rot="0">
            <a:off x="14241974" y="-336357"/>
            <a:ext cx="5187211" cy="4413845"/>
          </a:xfrm>
          <a:custGeom>
            <a:avLst/>
            <a:gdLst/>
            <a:ahLst/>
            <a:cxnLst/>
            <a:rect r="r" b="b" t="t" l="l"/>
            <a:pathLst>
              <a:path h="4413845" w="5187211">
                <a:moveTo>
                  <a:pt x="5187212" y="0"/>
                </a:moveTo>
                <a:lnTo>
                  <a:pt x="0" y="0"/>
                </a:lnTo>
                <a:lnTo>
                  <a:pt x="0" y="4413845"/>
                </a:lnTo>
                <a:lnTo>
                  <a:pt x="5187212" y="4413845"/>
                </a:lnTo>
                <a:lnTo>
                  <a:pt x="518721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-95770">
            <a:off x="-804270" y="9166182"/>
            <a:ext cx="20178560" cy="3086100"/>
            <a:chOff x="0" y="0"/>
            <a:chExt cx="5314518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314518" cy="812800"/>
            </a:xfrm>
            <a:custGeom>
              <a:avLst/>
              <a:gdLst/>
              <a:ahLst/>
              <a:cxnLst/>
              <a:rect r="r" b="b" t="t" l="l"/>
              <a:pathLst>
                <a:path h="812800" w="5314518">
                  <a:moveTo>
                    <a:pt x="0" y="0"/>
                  </a:moveTo>
                  <a:lnTo>
                    <a:pt x="5314518" y="0"/>
                  </a:lnTo>
                  <a:lnTo>
                    <a:pt x="531451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6EED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314518" cy="831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8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4241974" y="4674170"/>
            <a:ext cx="6183824" cy="5958958"/>
          </a:xfrm>
          <a:custGeom>
            <a:avLst/>
            <a:gdLst/>
            <a:ahLst/>
            <a:cxnLst/>
            <a:rect r="r" b="b" t="t" l="l"/>
            <a:pathLst>
              <a:path h="5958958" w="6183824">
                <a:moveTo>
                  <a:pt x="0" y="0"/>
                </a:moveTo>
                <a:lnTo>
                  <a:pt x="6183824" y="0"/>
                </a:lnTo>
                <a:lnTo>
                  <a:pt x="6183824" y="5958958"/>
                </a:lnTo>
                <a:lnTo>
                  <a:pt x="0" y="59589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61709" y="4000047"/>
            <a:ext cx="11964582" cy="3508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true">
                <a:solidFill>
                  <a:srgbClr val="000000"/>
                </a:solidFill>
                <a:latin typeface="Prompt Bold"/>
                <a:ea typeface="Prompt Bold"/>
                <a:cs typeface="Prompt Bold"/>
                <a:sym typeface="Prompt Bold"/>
              </a:rPr>
              <a:t>    การใช้ web appication food ordering ในการแก้ไขปัญหาของเมนูอาหารที่ตกหล่น การเพิ่มต้นทุนและลดขยะจากการจดแบบใช้กระดาษ โดยการเปลี่ยนจากการสั่งแบบใช้กระดาษเป็นการใช้ web appication เพื่อความสะดวก รวดเร็ว อีกทั้งยังลดการใช้กระดาษได้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907938" y="2075397"/>
            <a:ext cx="8472124" cy="1699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15"/>
              </a:lnSpc>
            </a:pPr>
            <a:r>
              <a:rPr lang="en-US" sz="11996" spc="-839">
                <a:solidFill>
                  <a:srgbClr val="BB500B"/>
                </a:solidFill>
                <a:latin typeface="Waffle Soft"/>
                <a:ea typeface="Waffle Soft"/>
                <a:cs typeface="Waffle Soft"/>
                <a:sym typeface="Waffle Soft"/>
              </a:rPr>
              <a:t>OBJECTIVE</a:t>
            </a:r>
          </a:p>
        </p:txBody>
      </p:sp>
      <p:grpSp>
        <p:nvGrpSpPr>
          <p:cNvPr name="Group 4" id="4"/>
          <p:cNvGrpSpPr/>
          <p:nvPr/>
        </p:nvGrpSpPr>
        <p:grpSpPr>
          <a:xfrm rot="-95770">
            <a:off x="-804270" y="9166182"/>
            <a:ext cx="20178560" cy="3086100"/>
            <a:chOff x="0" y="0"/>
            <a:chExt cx="5314518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314518" cy="812800"/>
            </a:xfrm>
            <a:custGeom>
              <a:avLst/>
              <a:gdLst/>
              <a:ahLst/>
              <a:cxnLst/>
              <a:rect r="r" b="b" t="t" l="l"/>
              <a:pathLst>
                <a:path h="812800" w="5314518">
                  <a:moveTo>
                    <a:pt x="0" y="0"/>
                  </a:moveTo>
                  <a:lnTo>
                    <a:pt x="5314518" y="0"/>
                  </a:lnTo>
                  <a:lnTo>
                    <a:pt x="531451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6EED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5314518" cy="831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8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true" flipV="false" rot="-242846">
            <a:off x="-676895" y="5943094"/>
            <a:ext cx="4276509" cy="3949939"/>
          </a:xfrm>
          <a:custGeom>
            <a:avLst/>
            <a:gdLst/>
            <a:ahLst/>
            <a:cxnLst/>
            <a:rect r="r" b="b" t="t" l="l"/>
            <a:pathLst>
              <a:path h="3949939" w="4276509">
                <a:moveTo>
                  <a:pt x="4276509" y="0"/>
                </a:moveTo>
                <a:lnTo>
                  <a:pt x="0" y="0"/>
                </a:lnTo>
                <a:lnTo>
                  <a:pt x="0" y="3949940"/>
                </a:lnTo>
                <a:lnTo>
                  <a:pt x="4276509" y="3949940"/>
                </a:lnTo>
                <a:lnTo>
                  <a:pt x="427650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408193" y="-1165028"/>
            <a:ext cx="4319918" cy="4939616"/>
          </a:xfrm>
          <a:custGeom>
            <a:avLst/>
            <a:gdLst/>
            <a:ahLst/>
            <a:cxnLst/>
            <a:rect r="r" b="b" t="t" l="l"/>
            <a:pathLst>
              <a:path h="4939616" w="4319918">
                <a:moveTo>
                  <a:pt x="0" y="0"/>
                </a:moveTo>
                <a:lnTo>
                  <a:pt x="4319918" y="0"/>
                </a:lnTo>
                <a:lnTo>
                  <a:pt x="4319918" y="4939615"/>
                </a:lnTo>
                <a:lnTo>
                  <a:pt x="0" y="49396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26766" y="3598094"/>
            <a:ext cx="3964757" cy="4370903"/>
            <a:chOff x="0" y="0"/>
            <a:chExt cx="1217361" cy="13420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17360" cy="1342066"/>
            </a:xfrm>
            <a:custGeom>
              <a:avLst/>
              <a:gdLst/>
              <a:ahLst/>
              <a:cxnLst/>
              <a:rect r="r" b="b" t="t" l="l"/>
              <a:pathLst>
                <a:path h="1342066" w="1217360">
                  <a:moveTo>
                    <a:pt x="97634" y="0"/>
                  </a:moveTo>
                  <a:lnTo>
                    <a:pt x="1119726" y="0"/>
                  </a:lnTo>
                  <a:cubicBezTo>
                    <a:pt x="1173648" y="0"/>
                    <a:pt x="1217360" y="43712"/>
                    <a:pt x="1217360" y="97634"/>
                  </a:cubicBezTo>
                  <a:lnTo>
                    <a:pt x="1217360" y="1244432"/>
                  </a:lnTo>
                  <a:cubicBezTo>
                    <a:pt x="1217360" y="1298353"/>
                    <a:pt x="1173648" y="1342066"/>
                    <a:pt x="1119726" y="1342066"/>
                  </a:cubicBezTo>
                  <a:lnTo>
                    <a:pt x="97634" y="1342066"/>
                  </a:lnTo>
                  <a:cubicBezTo>
                    <a:pt x="43712" y="1342066"/>
                    <a:pt x="0" y="1298353"/>
                    <a:pt x="0" y="1244432"/>
                  </a:cubicBezTo>
                  <a:lnTo>
                    <a:pt x="0" y="97634"/>
                  </a:lnTo>
                  <a:cubicBezTo>
                    <a:pt x="0" y="43712"/>
                    <a:pt x="43712" y="0"/>
                    <a:pt x="97634" y="0"/>
                  </a:cubicBezTo>
                  <a:close/>
                </a:path>
              </a:pathLst>
            </a:custGeom>
            <a:solidFill>
              <a:srgbClr val="FBC64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1217361" cy="14563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018196" y="3598094"/>
            <a:ext cx="3963231" cy="4370903"/>
            <a:chOff x="0" y="0"/>
            <a:chExt cx="1216892" cy="13420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16892" cy="1342066"/>
            </a:xfrm>
            <a:custGeom>
              <a:avLst/>
              <a:gdLst/>
              <a:ahLst/>
              <a:cxnLst/>
              <a:rect r="r" b="b" t="t" l="l"/>
              <a:pathLst>
                <a:path h="1342066" w="1216892">
                  <a:moveTo>
                    <a:pt x="97672" y="0"/>
                  </a:moveTo>
                  <a:lnTo>
                    <a:pt x="1119220" y="0"/>
                  </a:lnTo>
                  <a:cubicBezTo>
                    <a:pt x="1173163" y="0"/>
                    <a:pt x="1216892" y="43729"/>
                    <a:pt x="1216892" y="97672"/>
                  </a:cubicBezTo>
                  <a:lnTo>
                    <a:pt x="1216892" y="1244394"/>
                  </a:lnTo>
                  <a:cubicBezTo>
                    <a:pt x="1216892" y="1270298"/>
                    <a:pt x="1206601" y="1295141"/>
                    <a:pt x="1188284" y="1313458"/>
                  </a:cubicBezTo>
                  <a:cubicBezTo>
                    <a:pt x="1169967" y="1331775"/>
                    <a:pt x="1145124" y="1342066"/>
                    <a:pt x="1119220" y="1342066"/>
                  </a:cubicBezTo>
                  <a:lnTo>
                    <a:pt x="97672" y="1342066"/>
                  </a:lnTo>
                  <a:cubicBezTo>
                    <a:pt x="71768" y="1342066"/>
                    <a:pt x="46924" y="1331775"/>
                    <a:pt x="28607" y="1313458"/>
                  </a:cubicBezTo>
                  <a:cubicBezTo>
                    <a:pt x="10290" y="1295141"/>
                    <a:pt x="0" y="1270298"/>
                    <a:pt x="0" y="1244394"/>
                  </a:cubicBezTo>
                  <a:lnTo>
                    <a:pt x="0" y="97672"/>
                  </a:lnTo>
                  <a:cubicBezTo>
                    <a:pt x="0" y="71768"/>
                    <a:pt x="10290" y="46924"/>
                    <a:pt x="28607" y="28607"/>
                  </a:cubicBezTo>
                  <a:cubicBezTo>
                    <a:pt x="46924" y="10290"/>
                    <a:pt x="71768" y="0"/>
                    <a:pt x="97672" y="0"/>
                  </a:cubicBezTo>
                  <a:close/>
                </a:path>
              </a:pathLst>
            </a:custGeom>
            <a:solidFill>
              <a:srgbClr val="02703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14300"/>
              <a:ext cx="1216892" cy="14563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308100" y="3598094"/>
            <a:ext cx="3963231" cy="4370903"/>
            <a:chOff x="0" y="0"/>
            <a:chExt cx="1216892" cy="134206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16892" cy="1342066"/>
            </a:xfrm>
            <a:custGeom>
              <a:avLst/>
              <a:gdLst/>
              <a:ahLst/>
              <a:cxnLst/>
              <a:rect r="r" b="b" t="t" l="l"/>
              <a:pathLst>
                <a:path h="1342066" w="1216892">
                  <a:moveTo>
                    <a:pt x="97672" y="0"/>
                  </a:moveTo>
                  <a:lnTo>
                    <a:pt x="1119220" y="0"/>
                  </a:lnTo>
                  <a:cubicBezTo>
                    <a:pt x="1173163" y="0"/>
                    <a:pt x="1216892" y="43729"/>
                    <a:pt x="1216892" y="97672"/>
                  </a:cubicBezTo>
                  <a:lnTo>
                    <a:pt x="1216892" y="1244394"/>
                  </a:lnTo>
                  <a:cubicBezTo>
                    <a:pt x="1216892" y="1270298"/>
                    <a:pt x="1206601" y="1295141"/>
                    <a:pt x="1188284" y="1313458"/>
                  </a:cubicBezTo>
                  <a:cubicBezTo>
                    <a:pt x="1169967" y="1331775"/>
                    <a:pt x="1145124" y="1342066"/>
                    <a:pt x="1119220" y="1342066"/>
                  </a:cubicBezTo>
                  <a:lnTo>
                    <a:pt x="97672" y="1342066"/>
                  </a:lnTo>
                  <a:cubicBezTo>
                    <a:pt x="71768" y="1342066"/>
                    <a:pt x="46924" y="1331775"/>
                    <a:pt x="28607" y="1313458"/>
                  </a:cubicBezTo>
                  <a:cubicBezTo>
                    <a:pt x="10290" y="1295141"/>
                    <a:pt x="0" y="1270298"/>
                    <a:pt x="0" y="1244394"/>
                  </a:cubicBezTo>
                  <a:lnTo>
                    <a:pt x="0" y="97672"/>
                  </a:lnTo>
                  <a:cubicBezTo>
                    <a:pt x="0" y="71768"/>
                    <a:pt x="10290" y="46924"/>
                    <a:pt x="28607" y="28607"/>
                  </a:cubicBezTo>
                  <a:cubicBezTo>
                    <a:pt x="46924" y="10290"/>
                    <a:pt x="71768" y="0"/>
                    <a:pt x="97672" y="0"/>
                  </a:cubicBezTo>
                  <a:close/>
                </a:path>
              </a:pathLst>
            </a:custGeom>
            <a:solidFill>
              <a:srgbClr val="BB500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14300"/>
              <a:ext cx="1216892" cy="14563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598003" y="3598094"/>
            <a:ext cx="3963231" cy="4370903"/>
            <a:chOff x="0" y="0"/>
            <a:chExt cx="1216892" cy="134206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16892" cy="1342066"/>
            </a:xfrm>
            <a:custGeom>
              <a:avLst/>
              <a:gdLst/>
              <a:ahLst/>
              <a:cxnLst/>
              <a:rect r="r" b="b" t="t" l="l"/>
              <a:pathLst>
                <a:path h="1342066" w="1216892">
                  <a:moveTo>
                    <a:pt x="97672" y="0"/>
                  </a:moveTo>
                  <a:lnTo>
                    <a:pt x="1119220" y="0"/>
                  </a:lnTo>
                  <a:cubicBezTo>
                    <a:pt x="1173163" y="0"/>
                    <a:pt x="1216892" y="43729"/>
                    <a:pt x="1216892" y="97672"/>
                  </a:cubicBezTo>
                  <a:lnTo>
                    <a:pt x="1216892" y="1244394"/>
                  </a:lnTo>
                  <a:cubicBezTo>
                    <a:pt x="1216892" y="1270298"/>
                    <a:pt x="1206601" y="1295141"/>
                    <a:pt x="1188284" y="1313458"/>
                  </a:cubicBezTo>
                  <a:cubicBezTo>
                    <a:pt x="1169967" y="1331775"/>
                    <a:pt x="1145124" y="1342066"/>
                    <a:pt x="1119220" y="1342066"/>
                  </a:cubicBezTo>
                  <a:lnTo>
                    <a:pt x="97672" y="1342066"/>
                  </a:lnTo>
                  <a:cubicBezTo>
                    <a:pt x="71768" y="1342066"/>
                    <a:pt x="46924" y="1331775"/>
                    <a:pt x="28607" y="1313458"/>
                  </a:cubicBezTo>
                  <a:cubicBezTo>
                    <a:pt x="10290" y="1295141"/>
                    <a:pt x="0" y="1270298"/>
                    <a:pt x="0" y="1244394"/>
                  </a:cubicBezTo>
                  <a:lnTo>
                    <a:pt x="0" y="97672"/>
                  </a:lnTo>
                  <a:cubicBezTo>
                    <a:pt x="0" y="71768"/>
                    <a:pt x="10290" y="46924"/>
                    <a:pt x="28607" y="28607"/>
                  </a:cubicBezTo>
                  <a:cubicBezTo>
                    <a:pt x="46924" y="10290"/>
                    <a:pt x="71768" y="0"/>
                    <a:pt x="97672" y="0"/>
                  </a:cubicBezTo>
                  <a:close/>
                </a:path>
              </a:pathLst>
            </a:custGeom>
            <a:solidFill>
              <a:srgbClr val="FBC64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14300"/>
              <a:ext cx="1216892" cy="14563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577015">
            <a:off x="14251510" y="3112422"/>
            <a:ext cx="2813833" cy="3076756"/>
          </a:xfrm>
          <a:custGeom>
            <a:avLst/>
            <a:gdLst/>
            <a:ahLst/>
            <a:cxnLst/>
            <a:rect r="r" b="b" t="t" l="l"/>
            <a:pathLst>
              <a:path h="3076756" w="2813833">
                <a:moveTo>
                  <a:pt x="0" y="0"/>
                </a:moveTo>
                <a:lnTo>
                  <a:pt x="2813833" y="0"/>
                </a:lnTo>
                <a:lnTo>
                  <a:pt x="2813833" y="3076756"/>
                </a:lnTo>
                <a:lnTo>
                  <a:pt x="0" y="30767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1389694" y="3334837"/>
            <a:ext cx="3301829" cy="2815560"/>
          </a:xfrm>
          <a:custGeom>
            <a:avLst/>
            <a:gdLst/>
            <a:ahLst/>
            <a:cxnLst/>
            <a:rect r="r" b="b" t="t" l="l"/>
            <a:pathLst>
              <a:path h="2815560" w="3301829">
                <a:moveTo>
                  <a:pt x="0" y="0"/>
                </a:moveTo>
                <a:lnTo>
                  <a:pt x="3301829" y="0"/>
                </a:lnTo>
                <a:lnTo>
                  <a:pt x="3301829" y="2815560"/>
                </a:lnTo>
                <a:lnTo>
                  <a:pt x="0" y="28155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5436938" y="3598094"/>
            <a:ext cx="3582518" cy="2859501"/>
          </a:xfrm>
          <a:custGeom>
            <a:avLst/>
            <a:gdLst/>
            <a:ahLst/>
            <a:cxnLst/>
            <a:rect r="r" b="b" t="t" l="l"/>
            <a:pathLst>
              <a:path h="2859501" w="3582518">
                <a:moveTo>
                  <a:pt x="0" y="0"/>
                </a:moveTo>
                <a:lnTo>
                  <a:pt x="3582518" y="0"/>
                </a:lnTo>
                <a:lnTo>
                  <a:pt x="3582518" y="2859501"/>
                </a:lnTo>
                <a:lnTo>
                  <a:pt x="0" y="28595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010318" y="3334837"/>
            <a:ext cx="2609944" cy="2859501"/>
          </a:xfrm>
          <a:custGeom>
            <a:avLst/>
            <a:gdLst/>
            <a:ahLst/>
            <a:cxnLst/>
            <a:rect r="r" b="b" t="t" l="l"/>
            <a:pathLst>
              <a:path h="2859501" w="2609944">
                <a:moveTo>
                  <a:pt x="0" y="0"/>
                </a:moveTo>
                <a:lnTo>
                  <a:pt x="2609944" y="0"/>
                </a:lnTo>
                <a:lnTo>
                  <a:pt x="2609944" y="2859501"/>
                </a:lnTo>
                <a:lnTo>
                  <a:pt x="0" y="285950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5783560" y="1152525"/>
            <a:ext cx="6720879" cy="1699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15"/>
              </a:lnSpc>
            </a:pPr>
            <a:r>
              <a:rPr lang="en-US" sz="11996" spc="-839">
                <a:solidFill>
                  <a:srgbClr val="BB500B"/>
                </a:solidFill>
                <a:latin typeface="Waffle Soft"/>
                <a:ea typeface="Waffle Soft"/>
                <a:cs typeface="Waffle Soft"/>
                <a:sym typeface="Waffle Soft"/>
              </a:rPr>
              <a:t>FEATURE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89694" y="6583574"/>
            <a:ext cx="2638901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Prompt Bold"/>
                <a:ea typeface="Prompt Bold"/>
                <a:cs typeface="Prompt Bold"/>
                <a:sym typeface="Prompt Bold"/>
              </a:rPr>
              <a:t>สามารถ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Prompt Bold"/>
                <a:ea typeface="Prompt Bold"/>
                <a:cs typeface="Prompt Bold"/>
                <a:sym typeface="Prompt Bold"/>
              </a:rPr>
              <a:t>แสกน QR CODE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Prompt Bold"/>
                <a:ea typeface="Prompt Bold"/>
                <a:cs typeface="Prompt Bold"/>
                <a:sym typeface="Prompt Bold"/>
              </a:rPr>
              <a:t>เพื่อสั่งอาหารได้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436938" y="6793124"/>
            <a:ext cx="3125748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Prompt Bold"/>
                <a:ea typeface="Prompt Bold"/>
                <a:cs typeface="Prompt Bold"/>
                <a:sym typeface="Prompt Bold"/>
              </a:rPr>
              <a:t>แบ่งหน้า admin 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Prompt Bold"/>
                <a:ea typeface="Prompt Bold"/>
                <a:cs typeface="Prompt Bold"/>
                <a:sym typeface="Prompt Bold"/>
              </a:rPr>
              <a:t>แต่ละตำแหน่งชัดเจน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724377" y="6793124"/>
            <a:ext cx="3181826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Prompt Bold"/>
                <a:ea typeface="Prompt Bold"/>
                <a:cs typeface="Prompt Bold"/>
                <a:sym typeface="Prompt Bold"/>
              </a:rPr>
              <a:t>admin สามารถ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Prompt Bold"/>
                <a:ea typeface="Prompt Bold"/>
                <a:cs typeface="Prompt Bold"/>
                <a:sym typeface="Prompt Bold"/>
              </a:rPr>
              <a:t>ดูสถานะของอาหารได้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872114" y="6793124"/>
            <a:ext cx="3361372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Prompt Bold"/>
                <a:ea typeface="Prompt Bold"/>
                <a:cs typeface="Prompt Bold"/>
                <a:sym typeface="Prompt Bold"/>
              </a:rPr>
              <a:t>admin สามารถเพิ่ม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Prompt Bold"/>
                <a:ea typeface="Prompt Bold"/>
                <a:cs typeface="Prompt Bold"/>
                <a:sym typeface="Prompt Bold"/>
              </a:rPr>
              <a:t>แก้ไข ลบ เมนูอาหารได้</a:t>
            </a:r>
          </a:p>
        </p:txBody>
      </p:sp>
      <p:grpSp>
        <p:nvGrpSpPr>
          <p:cNvPr name="Group 23" id="23"/>
          <p:cNvGrpSpPr/>
          <p:nvPr/>
        </p:nvGrpSpPr>
        <p:grpSpPr>
          <a:xfrm rot="-95770">
            <a:off x="-804270" y="9166182"/>
            <a:ext cx="20178560" cy="3086100"/>
            <a:chOff x="0" y="0"/>
            <a:chExt cx="5314518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314518" cy="812800"/>
            </a:xfrm>
            <a:custGeom>
              <a:avLst/>
              <a:gdLst/>
              <a:ahLst/>
              <a:cxnLst/>
              <a:rect r="r" b="b" t="t" l="l"/>
              <a:pathLst>
                <a:path h="812800" w="5314518">
                  <a:moveTo>
                    <a:pt x="0" y="0"/>
                  </a:moveTo>
                  <a:lnTo>
                    <a:pt x="5314518" y="0"/>
                  </a:lnTo>
                  <a:lnTo>
                    <a:pt x="531451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6EED6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5314518" cy="831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8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04247" y="2707417"/>
            <a:ext cx="3079507" cy="937005"/>
            <a:chOff x="0" y="0"/>
            <a:chExt cx="703223" cy="2139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03223" cy="213970"/>
            </a:xfrm>
            <a:custGeom>
              <a:avLst/>
              <a:gdLst/>
              <a:ahLst/>
              <a:cxnLst/>
              <a:rect r="r" b="b" t="t" l="l"/>
              <a:pathLst>
                <a:path h="213970" w="703223">
                  <a:moveTo>
                    <a:pt x="65364" y="0"/>
                  </a:moveTo>
                  <a:lnTo>
                    <a:pt x="637858" y="0"/>
                  </a:lnTo>
                  <a:cubicBezTo>
                    <a:pt x="673958" y="0"/>
                    <a:pt x="703223" y="29265"/>
                    <a:pt x="703223" y="65364"/>
                  </a:cubicBezTo>
                  <a:lnTo>
                    <a:pt x="703223" y="148606"/>
                  </a:lnTo>
                  <a:cubicBezTo>
                    <a:pt x="703223" y="165942"/>
                    <a:pt x="696336" y="182567"/>
                    <a:pt x="684078" y="194825"/>
                  </a:cubicBezTo>
                  <a:cubicBezTo>
                    <a:pt x="671820" y="207084"/>
                    <a:pt x="655194" y="213970"/>
                    <a:pt x="637858" y="213970"/>
                  </a:cubicBezTo>
                  <a:lnTo>
                    <a:pt x="65364" y="213970"/>
                  </a:lnTo>
                  <a:cubicBezTo>
                    <a:pt x="29265" y="213970"/>
                    <a:pt x="0" y="184706"/>
                    <a:pt x="0" y="148606"/>
                  </a:cubicBezTo>
                  <a:lnTo>
                    <a:pt x="0" y="65364"/>
                  </a:lnTo>
                  <a:cubicBezTo>
                    <a:pt x="0" y="29265"/>
                    <a:pt x="29265" y="0"/>
                    <a:pt x="65364" y="0"/>
                  </a:cubicBezTo>
                  <a:close/>
                </a:path>
              </a:pathLst>
            </a:custGeom>
            <a:solidFill>
              <a:srgbClr val="FBC640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703223" cy="213970"/>
            </a:xfrm>
            <a:prstGeom prst="rect">
              <a:avLst/>
            </a:prstGeom>
          </p:spPr>
          <p:txBody>
            <a:bodyPr anchor="ctr" rtlCol="false" tIns="18792" lIns="18792" bIns="18792" rIns="18792"/>
            <a:lstStyle/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000000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LOBBY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0073" y="4823615"/>
            <a:ext cx="2167627" cy="850136"/>
            <a:chOff x="0" y="0"/>
            <a:chExt cx="2302579" cy="90306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02579" cy="903063"/>
            </a:xfrm>
            <a:custGeom>
              <a:avLst/>
              <a:gdLst/>
              <a:ahLst/>
              <a:cxnLst/>
              <a:rect r="r" b="b" t="t" l="l"/>
              <a:pathLst>
                <a:path h="903063" w="2302579">
                  <a:moveTo>
                    <a:pt x="25001" y="0"/>
                  </a:moveTo>
                  <a:lnTo>
                    <a:pt x="2277578" y="0"/>
                  </a:lnTo>
                  <a:cubicBezTo>
                    <a:pt x="2291386" y="0"/>
                    <a:pt x="2302579" y="11193"/>
                    <a:pt x="2302579" y="25001"/>
                  </a:cubicBezTo>
                  <a:lnTo>
                    <a:pt x="2302579" y="878062"/>
                  </a:lnTo>
                  <a:cubicBezTo>
                    <a:pt x="2302579" y="891870"/>
                    <a:pt x="2291386" y="903063"/>
                    <a:pt x="2277578" y="903063"/>
                  </a:cubicBezTo>
                  <a:lnTo>
                    <a:pt x="25001" y="903063"/>
                  </a:lnTo>
                  <a:cubicBezTo>
                    <a:pt x="11193" y="903063"/>
                    <a:pt x="0" y="891870"/>
                    <a:pt x="0" y="878062"/>
                  </a:cubicBezTo>
                  <a:lnTo>
                    <a:pt x="0" y="25001"/>
                  </a:lnTo>
                  <a:cubicBezTo>
                    <a:pt x="0" y="11193"/>
                    <a:pt x="11193" y="0"/>
                    <a:pt x="25001" y="0"/>
                  </a:cubicBezTo>
                  <a:close/>
                </a:path>
              </a:pathLst>
            </a:custGeom>
            <a:solidFill>
              <a:srgbClr val="FBC64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302579" cy="903063"/>
            </a:xfrm>
            <a:prstGeom prst="rect">
              <a:avLst/>
            </a:prstGeom>
          </p:spPr>
          <p:txBody>
            <a:bodyPr anchor="ctr" rtlCol="false" tIns="18792" lIns="18792" bIns="18792" rIns="18792"/>
            <a:lstStyle/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000000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KITCHEN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456349" y="4815997"/>
            <a:ext cx="2167627" cy="850136"/>
            <a:chOff x="0" y="0"/>
            <a:chExt cx="2302579" cy="90306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02579" cy="903063"/>
            </a:xfrm>
            <a:custGeom>
              <a:avLst/>
              <a:gdLst/>
              <a:ahLst/>
              <a:cxnLst/>
              <a:rect r="r" b="b" t="t" l="l"/>
              <a:pathLst>
                <a:path h="903063" w="2302579">
                  <a:moveTo>
                    <a:pt x="25001" y="0"/>
                  </a:moveTo>
                  <a:lnTo>
                    <a:pt x="2277578" y="0"/>
                  </a:lnTo>
                  <a:cubicBezTo>
                    <a:pt x="2291386" y="0"/>
                    <a:pt x="2302579" y="11193"/>
                    <a:pt x="2302579" y="25001"/>
                  </a:cubicBezTo>
                  <a:lnTo>
                    <a:pt x="2302579" y="878062"/>
                  </a:lnTo>
                  <a:cubicBezTo>
                    <a:pt x="2302579" y="891870"/>
                    <a:pt x="2291386" y="903063"/>
                    <a:pt x="2277578" y="903063"/>
                  </a:cubicBezTo>
                  <a:lnTo>
                    <a:pt x="25001" y="903063"/>
                  </a:lnTo>
                  <a:cubicBezTo>
                    <a:pt x="11193" y="903063"/>
                    <a:pt x="0" y="891870"/>
                    <a:pt x="0" y="878062"/>
                  </a:cubicBezTo>
                  <a:lnTo>
                    <a:pt x="0" y="25001"/>
                  </a:lnTo>
                  <a:cubicBezTo>
                    <a:pt x="0" y="11193"/>
                    <a:pt x="11193" y="0"/>
                    <a:pt x="25001" y="0"/>
                  </a:cubicBezTo>
                  <a:close/>
                </a:path>
              </a:pathLst>
            </a:custGeom>
            <a:solidFill>
              <a:srgbClr val="CC5D04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302579" cy="903063"/>
            </a:xfrm>
            <a:prstGeom prst="rect">
              <a:avLst/>
            </a:prstGeom>
          </p:spPr>
          <p:txBody>
            <a:bodyPr anchor="ctr" rtlCol="false" tIns="18792" lIns="18792" bIns="18792" rIns="18792"/>
            <a:lstStyle/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000000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ALL MENU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252626" y="4815997"/>
            <a:ext cx="2167627" cy="850136"/>
            <a:chOff x="0" y="0"/>
            <a:chExt cx="2302579" cy="90306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02579" cy="903063"/>
            </a:xfrm>
            <a:custGeom>
              <a:avLst/>
              <a:gdLst/>
              <a:ahLst/>
              <a:cxnLst/>
              <a:rect r="r" b="b" t="t" l="l"/>
              <a:pathLst>
                <a:path h="903063" w="2302579">
                  <a:moveTo>
                    <a:pt x="25001" y="0"/>
                  </a:moveTo>
                  <a:lnTo>
                    <a:pt x="2277578" y="0"/>
                  </a:lnTo>
                  <a:cubicBezTo>
                    <a:pt x="2291386" y="0"/>
                    <a:pt x="2302579" y="11193"/>
                    <a:pt x="2302579" y="25001"/>
                  </a:cubicBezTo>
                  <a:lnTo>
                    <a:pt x="2302579" y="878062"/>
                  </a:lnTo>
                  <a:cubicBezTo>
                    <a:pt x="2302579" y="891870"/>
                    <a:pt x="2291386" y="903063"/>
                    <a:pt x="2277578" y="903063"/>
                  </a:cubicBezTo>
                  <a:lnTo>
                    <a:pt x="25001" y="903063"/>
                  </a:lnTo>
                  <a:cubicBezTo>
                    <a:pt x="11193" y="903063"/>
                    <a:pt x="0" y="891870"/>
                    <a:pt x="0" y="878062"/>
                  </a:cubicBezTo>
                  <a:lnTo>
                    <a:pt x="0" y="25001"/>
                  </a:lnTo>
                  <a:cubicBezTo>
                    <a:pt x="0" y="11193"/>
                    <a:pt x="11193" y="0"/>
                    <a:pt x="25001" y="0"/>
                  </a:cubicBezTo>
                  <a:close/>
                </a:path>
              </a:pathLst>
            </a:custGeom>
            <a:solidFill>
              <a:srgbClr val="FBC64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2302579" cy="903063"/>
            </a:xfrm>
            <a:prstGeom prst="rect">
              <a:avLst/>
            </a:prstGeom>
          </p:spPr>
          <p:txBody>
            <a:bodyPr anchor="ctr" rtlCol="false" tIns="18792" lIns="18792" bIns="18792" rIns="18792"/>
            <a:lstStyle/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000000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SAVE 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906028" y="4826357"/>
            <a:ext cx="2167627" cy="850136"/>
            <a:chOff x="0" y="0"/>
            <a:chExt cx="2302579" cy="90306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02579" cy="903063"/>
            </a:xfrm>
            <a:custGeom>
              <a:avLst/>
              <a:gdLst/>
              <a:ahLst/>
              <a:cxnLst/>
              <a:rect r="r" b="b" t="t" l="l"/>
              <a:pathLst>
                <a:path h="903063" w="2302579">
                  <a:moveTo>
                    <a:pt x="25001" y="0"/>
                  </a:moveTo>
                  <a:lnTo>
                    <a:pt x="2277578" y="0"/>
                  </a:lnTo>
                  <a:cubicBezTo>
                    <a:pt x="2291386" y="0"/>
                    <a:pt x="2302579" y="11193"/>
                    <a:pt x="2302579" y="25001"/>
                  </a:cubicBezTo>
                  <a:lnTo>
                    <a:pt x="2302579" y="878062"/>
                  </a:lnTo>
                  <a:cubicBezTo>
                    <a:pt x="2302579" y="891870"/>
                    <a:pt x="2291386" y="903063"/>
                    <a:pt x="2277578" y="903063"/>
                  </a:cubicBezTo>
                  <a:lnTo>
                    <a:pt x="25001" y="903063"/>
                  </a:lnTo>
                  <a:cubicBezTo>
                    <a:pt x="11193" y="903063"/>
                    <a:pt x="0" y="891870"/>
                    <a:pt x="0" y="878062"/>
                  </a:cubicBezTo>
                  <a:lnTo>
                    <a:pt x="0" y="25001"/>
                  </a:lnTo>
                  <a:cubicBezTo>
                    <a:pt x="0" y="11193"/>
                    <a:pt x="11193" y="0"/>
                    <a:pt x="25001" y="0"/>
                  </a:cubicBezTo>
                  <a:close/>
                </a:path>
              </a:pathLst>
            </a:custGeom>
            <a:solidFill>
              <a:srgbClr val="FBC64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2302579" cy="903063"/>
            </a:xfrm>
            <a:prstGeom prst="rect">
              <a:avLst/>
            </a:prstGeom>
          </p:spPr>
          <p:txBody>
            <a:bodyPr anchor="ctr" rtlCol="false" tIns="18792" lIns="18792" bIns="18792" rIns="18792"/>
            <a:lstStyle/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000000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RESTORE 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14346" y="4826357"/>
            <a:ext cx="2167627" cy="850136"/>
            <a:chOff x="0" y="0"/>
            <a:chExt cx="2302579" cy="90306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302579" cy="903063"/>
            </a:xfrm>
            <a:custGeom>
              <a:avLst/>
              <a:gdLst/>
              <a:ahLst/>
              <a:cxnLst/>
              <a:rect r="r" b="b" t="t" l="l"/>
              <a:pathLst>
                <a:path h="903063" w="2302579">
                  <a:moveTo>
                    <a:pt x="25001" y="0"/>
                  </a:moveTo>
                  <a:lnTo>
                    <a:pt x="2277578" y="0"/>
                  </a:lnTo>
                  <a:cubicBezTo>
                    <a:pt x="2291386" y="0"/>
                    <a:pt x="2302579" y="11193"/>
                    <a:pt x="2302579" y="25001"/>
                  </a:cubicBezTo>
                  <a:lnTo>
                    <a:pt x="2302579" y="878062"/>
                  </a:lnTo>
                  <a:cubicBezTo>
                    <a:pt x="2302579" y="891870"/>
                    <a:pt x="2291386" y="903063"/>
                    <a:pt x="2277578" y="903063"/>
                  </a:cubicBezTo>
                  <a:lnTo>
                    <a:pt x="25001" y="903063"/>
                  </a:lnTo>
                  <a:cubicBezTo>
                    <a:pt x="11193" y="903063"/>
                    <a:pt x="0" y="891870"/>
                    <a:pt x="0" y="878062"/>
                  </a:cubicBezTo>
                  <a:lnTo>
                    <a:pt x="0" y="25001"/>
                  </a:lnTo>
                  <a:cubicBezTo>
                    <a:pt x="0" y="11193"/>
                    <a:pt x="11193" y="0"/>
                    <a:pt x="25001" y="0"/>
                  </a:cubicBezTo>
                  <a:close/>
                </a:path>
              </a:pathLst>
            </a:custGeom>
            <a:solidFill>
              <a:srgbClr val="FBC64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2302579" cy="903063"/>
            </a:xfrm>
            <a:prstGeom prst="rect">
              <a:avLst/>
            </a:prstGeom>
          </p:spPr>
          <p:txBody>
            <a:bodyPr anchor="ctr" rtlCol="false" tIns="18792" lIns="18792" bIns="18792" rIns="18792"/>
            <a:lstStyle/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000000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SERVE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011076" y="4826357"/>
            <a:ext cx="2167627" cy="850136"/>
            <a:chOff x="0" y="0"/>
            <a:chExt cx="2302579" cy="90306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302579" cy="903063"/>
            </a:xfrm>
            <a:custGeom>
              <a:avLst/>
              <a:gdLst/>
              <a:ahLst/>
              <a:cxnLst/>
              <a:rect r="r" b="b" t="t" l="l"/>
              <a:pathLst>
                <a:path h="903063" w="2302579">
                  <a:moveTo>
                    <a:pt x="25001" y="0"/>
                  </a:moveTo>
                  <a:lnTo>
                    <a:pt x="2277578" y="0"/>
                  </a:lnTo>
                  <a:cubicBezTo>
                    <a:pt x="2291386" y="0"/>
                    <a:pt x="2302579" y="11193"/>
                    <a:pt x="2302579" y="25001"/>
                  </a:cubicBezTo>
                  <a:lnTo>
                    <a:pt x="2302579" y="878062"/>
                  </a:lnTo>
                  <a:cubicBezTo>
                    <a:pt x="2302579" y="891870"/>
                    <a:pt x="2291386" y="903063"/>
                    <a:pt x="2277578" y="903063"/>
                  </a:cubicBezTo>
                  <a:lnTo>
                    <a:pt x="25001" y="903063"/>
                  </a:lnTo>
                  <a:cubicBezTo>
                    <a:pt x="11193" y="903063"/>
                    <a:pt x="0" y="891870"/>
                    <a:pt x="0" y="878062"/>
                  </a:cubicBezTo>
                  <a:lnTo>
                    <a:pt x="0" y="25001"/>
                  </a:lnTo>
                  <a:cubicBezTo>
                    <a:pt x="0" y="11193"/>
                    <a:pt x="11193" y="0"/>
                    <a:pt x="25001" y="0"/>
                  </a:cubicBezTo>
                  <a:close/>
                </a:path>
              </a:pathLst>
            </a:custGeom>
            <a:solidFill>
              <a:srgbClr val="FBC64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2302579" cy="903063"/>
            </a:xfrm>
            <a:prstGeom prst="rect">
              <a:avLst/>
            </a:prstGeom>
          </p:spPr>
          <p:txBody>
            <a:bodyPr anchor="ctr" rtlCol="false" tIns="18792" lIns="18792" bIns="18792" rIns="18792"/>
            <a:lstStyle/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000000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CASHIER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831982" y="2783778"/>
            <a:ext cx="2436503" cy="860644"/>
            <a:chOff x="0" y="0"/>
            <a:chExt cx="2588195" cy="91422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588195" cy="914226"/>
            </a:xfrm>
            <a:custGeom>
              <a:avLst/>
              <a:gdLst/>
              <a:ahLst/>
              <a:cxnLst/>
              <a:rect r="r" b="b" t="t" l="l"/>
              <a:pathLst>
                <a:path h="914226" w="2588195">
                  <a:moveTo>
                    <a:pt x="22242" y="0"/>
                  </a:moveTo>
                  <a:lnTo>
                    <a:pt x="2565953" y="0"/>
                  </a:lnTo>
                  <a:cubicBezTo>
                    <a:pt x="2578237" y="0"/>
                    <a:pt x="2588195" y="9958"/>
                    <a:pt x="2588195" y="22242"/>
                  </a:cubicBezTo>
                  <a:lnTo>
                    <a:pt x="2588195" y="891984"/>
                  </a:lnTo>
                  <a:cubicBezTo>
                    <a:pt x="2588195" y="904268"/>
                    <a:pt x="2578237" y="914226"/>
                    <a:pt x="2565953" y="914226"/>
                  </a:cubicBezTo>
                  <a:lnTo>
                    <a:pt x="22242" y="914226"/>
                  </a:lnTo>
                  <a:cubicBezTo>
                    <a:pt x="9958" y="914226"/>
                    <a:pt x="0" y="904268"/>
                    <a:pt x="0" y="891984"/>
                  </a:cubicBezTo>
                  <a:lnTo>
                    <a:pt x="0" y="22242"/>
                  </a:lnTo>
                  <a:cubicBezTo>
                    <a:pt x="0" y="9958"/>
                    <a:pt x="9958" y="0"/>
                    <a:pt x="22242" y="0"/>
                  </a:cubicBezTo>
                  <a:close/>
                </a:path>
              </a:pathLst>
            </a:custGeom>
            <a:solidFill>
              <a:srgbClr val="FBC64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2588195" cy="914226"/>
            </a:xfrm>
            <a:prstGeom prst="rect">
              <a:avLst/>
            </a:prstGeom>
          </p:spPr>
          <p:txBody>
            <a:bodyPr anchor="ctr" rtlCol="false" tIns="18792" lIns="18792" bIns="18792" rIns="18792"/>
            <a:lstStyle/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000000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LOGIN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3966184" y="6521300"/>
            <a:ext cx="2257409" cy="789004"/>
            <a:chOff x="0" y="0"/>
            <a:chExt cx="2397951" cy="83812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397951" cy="838126"/>
            </a:xfrm>
            <a:custGeom>
              <a:avLst/>
              <a:gdLst/>
              <a:ahLst/>
              <a:cxnLst/>
              <a:rect r="r" b="b" t="t" l="l"/>
              <a:pathLst>
                <a:path h="838126" w="2397951">
                  <a:moveTo>
                    <a:pt x="24007" y="0"/>
                  </a:moveTo>
                  <a:lnTo>
                    <a:pt x="2373944" y="0"/>
                  </a:lnTo>
                  <a:cubicBezTo>
                    <a:pt x="2387203" y="0"/>
                    <a:pt x="2397951" y="10748"/>
                    <a:pt x="2397951" y="24007"/>
                  </a:cubicBezTo>
                  <a:lnTo>
                    <a:pt x="2397951" y="814119"/>
                  </a:lnTo>
                  <a:cubicBezTo>
                    <a:pt x="2397951" y="827378"/>
                    <a:pt x="2387203" y="838126"/>
                    <a:pt x="2373944" y="838126"/>
                  </a:cubicBezTo>
                  <a:lnTo>
                    <a:pt x="24007" y="838126"/>
                  </a:lnTo>
                  <a:cubicBezTo>
                    <a:pt x="10748" y="838126"/>
                    <a:pt x="0" y="827378"/>
                    <a:pt x="0" y="814119"/>
                  </a:cubicBezTo>
                  <a:lnTo>
                    <a:pt x="0" y="24007"/>
                  </a:lnTo>
                  <a:cubicBezTo>
                    <a:pt x="0" y="10748"/>
                    <a:pt x="10748" y="0"/>
                    <a:pt x="24007" y="0"/>
                  </a:cubicBezTo>
                  <a:close/>
                </a:path>
              </a:pathLst>
            </a:custGeom>
            <a:solidFill>
              <a:srgbClr val="FBC64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2397951" cy="838126"/>
            </a:xfrm>
            <a:prstGeom prst="rect">
              <a:avLst/>
            </a:prstGeom>
          </p:spPr>
          <p:txBody>
            <a:bodyPr anchor="ctr" rtlCol="false" tIns="18792" lIns="18792" bIns="18792" rIns="18792"/>
            <a:lstStyle/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000000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TAKEAWAY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245832" y="6523052"/>
            <a:ext cx="2167627" cy="789004"/>
            <a:chOff x="0" y="0"/>
            <a:chExt cx="2302579" cy="83812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302579" cy="838126"/>
            </a:xfrm>
            <a:custGeom>
              <a:avLst/>
              <a:gdLst/>
              <a:ahLst/>
              <a:cxnLst/>
              <a:rect r="r" b="b" t="t" l="l"/>
              <a:pathLst>
                <a:path h="838126" w="2302579">
                  <a:moveTo>
                    <a:pt x="25001" y="0"/>
                  </a:moveTo>
                  <a:lnTo>
                    <a:pt x="2277578" y="0"/>
                  </a:lnTo>
                  <a:cubicBezTo>
                    <a:pt x="2291386" y="0"/>
                    <a:pt x="2302579" y="11193"/>
                    <a:pt x="2302579" y="25001"/>
                  </a:cubicBezTo>
                  <a:lnTo>
                    <a:pt x="2302579" y="813125"/>
                  </a:lnTo>
                  <a:cubicBezTo>
                    <a:pt x="2302579" y="826933"/>
                    <a:pt x="2291386" y="838126"/>
                    <a:pt x="2277578" y="838126"/>
                  </a:cubicBezTo>
                  <a:lnTo>
                    <a:pt x="25001" y="838126"/>
                  </a:lnTo>
                  <a:cubicBezTo>
                    <a:pt x="11193" y="838126"/>
                    <a:pt x="0" y="826933"/>
                    <a:pt x="0" y="813125"/>
                  </a:cubicBezTo>
                  <a:lnTo>
                    <a:pt x="0" y="25001"/>
                  </a:lnTo>
                  <a:cubicBezTo>
                    <a:pt x="0" y="11193"/>
                    <a:pt x="11193" y="0"/>
                    <a:pt x="25001" y="0"/>
                  </a:cubicBezTo>
                  <a:close/>
                </a:path>
              </a:pathLst>
            </a:custGeom>
            <a:solidFill>
              <a:srgbClr val="CC5D04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2302579" cy="838126"/>
            </a:xfrm>
            <a:prstGeom prst="rect">
              <a:avLst/>
            </a:prstGeom>
          </p:spPr>
          <p:txBody>
            <a:bodyPr anchor="ctr" rtlCol="false" tIns="18792" lIns="18792" bIns="18792" rIns="18792"/>
            <a:lstStyle/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000000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UPLOAD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636937" y="6523052"/>
            <a:ext cx="2167627" cy="789004"/>
            <a:chOff x="0" y="0"/>
            <a:chExt cx="2302579" cy="83812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302579" cy="838126"/>
            </a:xfrm>
            <a:custGeom>
              <a:avLst/>
              <a:gdLst/>
              <a:ahLst/>
              <a:cxnLst/>
              <a:rect r="r" b="b" t="t" l="l"/>
              <a:pathLst>
                <a:path h="838126" w="2302579">
                  <a:moveTo>
                    <a:pt x="25001" y="0"/>
                  </a:moveTo>
                  <a:lnTo>
                    <a:pt x="2277578" y="0"/>
                  </a:lnTo>
                  <a:cubicBezTo>
                    <a:pt x="2291386" y="0"/>
                    <a:pt x="2302579" y="11193"/>
                    <a:pt x="2302579" y="25001"/>
                  </a:cubicBezTo>
                  <a:lnTo>
                    <a:pt x="2302579" y="813125"/>
                  </a:lnTo>
                  <a:cubicBezTo>
                    <a:pt x="2302579" y="826933"/>
                    <a:pt x="2291386" y="838126"/>
                    <a:pt x="2277578" y="838126"/>
                  </a:cubicBezTo>
                  <a:lnTo>
                    <a:pt x="25001" y="838126"/>
                  </a:lnTo>
                  <a:cubicBezTo>
                    <a:pt x="11193" y="838126"/>
                    <a:pt x="0" y="826933"/>
                    <a:pt x="0" y="813125"/>
                  </a:cubicBezTo>
                  <a:lnTo>
                    <a:pt x="0" y="25001"/>
                  </a:lnTo>
                  <a:cubicBezTo>
                    <a:pt x="0" y="11193"/>
                    <a:pt x="11193" y="0"/>
                    <a:pt x="25001" y="0"/>
                  </a:cubicBezTo>
                  <a:close/>
                </a:path>
              </a:pathLst>
            </a:custGeom>
            <a:solidFill>
              <a:srgbClr val="CC5D04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2302579" cy="838126"/>
            </a:xfrm>
            <a:prstGeom prst="rect">
              <a:avLst/>
            </a:prstGeom>
          </p:spPr>
          <p:txBody>
            <a:bodyPr anchor="ctr" rtlCol="false" tIns="18792" lIns="18792" bIns="18792" rIns="18792"/>
            <a:lstStyle/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000000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IMAGES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3822214" y="6523052"/>
            <a:ext cx="2167627" cy="839775"/>
            <a:chOff x="0" y="0"/>
            <a:chExt cx="2302579" cy="89205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302579" cy="892058"/>
            </a:xfrm>
            <a:custGeom>
              <a:avLst/>
              <a:gdLst/>
              <a:ahLst/>
              <a:cxnLst/>
              <a:rect r="r" b="b" t="t" l="l"/>
              <a:pathLst>
                <a:path h="892058" w="2302579">
                  <a:moveTo>
                    <a:pt x="25001" y="0"/>
                  </a:moveTo>
                  <a:lnTo>
                    <a:pt x="2277578" y="0"/>
                  </a:lnTo>
                  <a:cubicBezTo>
                    <a:pt x="2291386" y="0"/>
                    <a:pt x="2302579" y="11193"/>
                    <a:pt x="2302579" y="25001"/>
                  </a:cubicBezTo>
                  <a:lnTo>
                    <a:pt x="2302579" y="867057"/>
                  </a:lnTo>
                  <a:cubicBezTo>
                    <a:pt x="2302579" y="880865"/>
                    <a:pt x="2291386" y="892058"/>
                    <a:pt x="2277578" y="892058"/>
                  </a:cubicBezTo>
                  <a:lnTo>
                    <a:pt x="25001" y="892058"/>
                  </a:lnTo>
                  <a:cubicBezTo>
                    <a:pt x="11193" y="892058"/>
                    <a:pt x="0" y="880865"/>
                    <a:pt x="0" y="867057"/>
                  </a:cubicBezTo>
                  <a:lnTo>
                    <a:pt x="0" y="25001"/>
                  </a:lnTo>
                  <a:cubicBezTo>
                    <a:pt x="0" y="11193"/>
                    <a:pt x="11193" y="0"/>
                    <a:pt x="25001" y="0"/>
                  </a:cubicBezTo>
                  <a:close/>
                </a:path>
              </a:pathLst>
            </a:custGeom>
            <a:solidFill>
              <a:srgbClr val="4F8E56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2302579" cy="892058"/>
            </a:xfrm>
            <a:prstGeom prst="rect">
              <a:avLst/>
            </a:prstGeom>
          </p:spPr>
          <p:txBody>
            <a:bodyPr anchor="ctr" rtlCol="false" tIns="18792" lIns="18792" bIns="18792" rIns="18792"/>
            <a:lstStyle/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000000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TABLE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2064878" y="2745598"/>
            <a:ext cx="2436503" cy="860644"/>
            <a:chOff x="0" y="0"/>
            <a:chExt cx="2588195" cy="91422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588195" cy="914226"/>
            </a:xfrm>
            <a:custGeom>
              <a:avLst/>
              <a:gdLst/>
              <a:ahLst/>
              <a:cxnLst/>
              <a:rect r="r" b="b" t="t" l="l"/>
              <a:pathLst>
                <a:path h="914226" w="2588195">
                  <a:moveTo>
                    <a:pt x="22242" y="0"/>
                  </a:moveTo>
                  <a:lnTo>
                    <a:pt x="2565953" y="0"/>
                  </a:lnTo>
                  <a:cubicBezTo>
                    <a:pt x="2578237" y="0"/>
                    <a:pt x="2588195" y="9958"/>
                    <a:pt x="2588195" y="22242"/>
                  </a:cubicBezTo>
                  <a:lnTo>
                    <a:pt x="2588195" y="891984"/>
                  </a:lnTo>
                  <a:cubicBezTo>
                    <a:pt x="2588195" y="904268"/>
                    <a:pt x="2578237" y="914226"/>
                    <a:pt x="2565953" y="914226"/>
                  </a:cubicBezTo>
                  <a:lnTo>
                    <a:pt x="22242" y="914226"/>
                  </a:lnTo>
                  <a:cubicBezTo>
                    <a:pt x="9958" y="914226"/>
                    <a:pt x="0" y="904268"/>
                    <a:pt x="0" y="891984"/>
                  </a:cubicBezTo>
                  <a:lnTo>
                    <a:pt x="0" y="22242"/>
                  </a:lnTo>
                  <a:cubicBezTo>
                    <a:pt x="0" y="9958"/>
                    <a:pt x="9958" y="0"/>
                    <a:pt x="22242" y="0"/>
                  </a:cubicBezTo>
                  <a:close/>
                </a:path>
              </a:pathLst>
            </a:custGeom>
            <a:solidFill>
              <a:srgbClr val="BB500B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2588195" cy="914226"/>
            </a:xfrm>
            <a:prstGeom prst="rect">
              <a:avLst/>
            </a:prstGeom>
          </p:spPr>
          <p:txBody>
            <a:bodyPr anchor="ctr" rtlCol="false" tIns="18792" lIns="18792" bIns="18792" rIns="18792"/>
            <a:lstStyle/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000000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SIGN-UP</a:t>
              </a:r>
            </a:p>
          </p:txBody>
        </p:sp>
      </p:grpSp>
      <p:sp>
        <p:nvSpPr>
          <p:cNvPr name="AutoShape 41" id="41"/>
          <p:cNvSpPr/>
          <p:nvPr/>
        </p:nvSpPr>
        <p:spPr>
          <a:xfrm>
            <a:off x="10683753" y="3175920"/>
            <a:ext cx="138112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2" id="42"/>
          <p:cNvSpPr/>
          <p:nvPr/>
        </p:nvSpPr>
        <p:spPr>
          <a:xfrm>
            <a:off x="6258960" y="3194970"/>
            <a:ext cx="138112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AutoShape 43" id="43"/>
          <p:cNvSpPr/>
          <p:nvPr/>
        </p:nvSpPr>
        <p:spPr>
          <a:xfrm>
            <a:off x="2298159" y="4826357"/>
            <a:ext cx="1369168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arrow" len="sm" w="med"/>
            <a:tailEnd type="arrow" len="sm" w="med"/>
          </a:ln>
        </p:spPr>
      </p:sp>
      <p:sp>
        <p:nvSpPr>
          <p:cNvPr name="AutoShape 44" id="44"/>
          <p:cNvSpPr/>
          <p:nvPr/>
        </p:nvSpPr>
        <p:spPr>
          <a:xfrm flipV="true">
            <a:off x="9144000" y="3644422"/>
            <a:ext cx="0" cy="57210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5" id="45"/>
          <p:cNvSpPr/>
          <p:nvPr/>
        </p:nvSpPr>
        <p:spPr>
          <a:xfrm flipV="true">
            <a:off x="5094889" y="4216527"/>
            <a:ext cx="0" cy="60983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AutoShape 46" id="46"/>
          <p:cNvSpPr/>
          <p:nvPr/>
        </p:nvSpPr>
        <p:spPr>
          <a:xfrm flipH="true" flipV="true">
            <a:off x="7743886" y="4216527"/>
            <a:ext cx="0" cy="60708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AutoShape 47" id="47"/>
          <p:cNvSpPr/>
          <p:nvPr/>
        </p:nvSpPr>
        <p:spPr>
          <a:xfrm flipH="true" flipV="true">
            <a:off x="10540163" y="4216527"/>
            <a:ext cx="0" cy="59947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AutoShape 48" id="48"/>
          <p:cNvSpPr/>
          <p:nvPr/>
        </p:nvSpPr>
        <p:spPr>
          <a:xfrm flipV="true">
            <a:off x="13336439" y="4216527"/>
            <a:ext cx="0" cy="59947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AutoShape 49" id="49"/>
          <p:cNvSpPr/>
          <p:nvPr/>
        </p:nvSpPr>
        <p:spPr>
          <a:xfrm>
            <a:off x="9329646" y="6523052"/>
            <a:ext cx="239110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arrow" len="sm" w="med"/>
            <a:tailEnd type="arrow" len="sm" w="med"/>
          </a:ln>
        </p:spPr>
      </p:sp>
      <p:sp>
        <p:nvSpPr>
          <p:cNvPr name="AutoShape 50" id="50"/>
          <p:cNvSpPr/>
          <p:nvPr/>
        </p:nvSpPr>
        <p:spPr>
          <a:xfrm flipH="true" flipV="true">
            <a:off x="10540163" y="5666133"/>
            <a:ext cx="0" cy="41204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1" id="51"/>
          <p:cNvSpPr/>
          <p:nvPr/>
        </p:nvSpPr>
        <p:spPr>
          <a:xfrm flipV="true">
            <a:off x="5094889" y="5676493"/>
            <a:ext cx="0" cy="84480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arrow" len="sm" w="med"/>
            <a:tailEnd type="none" len="sm" w="sm"/>
          </a:ln>
        </p:spPr>
      </p:sp>
      <p:grpSp>
        <p:nvGrpSpPr>
          <p:cNvPr name="Group 52" id="52"/>
          <p:cNvGrpSpPr/>
          <p:nvPr/>
        </p:nvGrpSpPr>
        <p:grpSpPr>
          <a:xfrm rot="-95770">
            <a:off x="-804270" y="9166182"/>
            <a:ext cx="20178560" cy="3086100"/>
            <a:chOff x="0" y="0"/>
            <a:chExt cx="5314518" cy="8128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314518" cy="812800"/>
            </a:xfrm>
            <a:custGeom>
              <a:avLst/>
              <a:gdLst/>
              <a:ahLst/>
              <a:cxnLst/>
              <a:rect r="r" b="b" t="t" l="l"/>
              <a:pathLst>
                <a:path h="812800" w="5314518">
                  <a:moveTo>
                    <a:pt x="0" y="0"/>
                  </a:moveTo>
                  <a:lnTo>
                    <a:pt x="5314518" y="0"/>
                  </a:lnTo>
                  <a:lnTo>
                    <a:pt x="531451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6EED6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9050"/>
              <a:ext cx="5314518" cy="831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8"/>
                </a:lnSpc>
              </a:pP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0827039" y="8043489"/>
            <a:ext cx="2227029" cy="1375021"/>
            <a:chOff x="0" y="0"/>
            <a:chExt cx="597640" cy="368997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97640" cy="368997"/>
            </a:xfrm>
            <a:custGeom>
              <a:avLst/>
              <a:gdLst/>
              <a:ahLst/>
              <a:cxnLst/>
              <a:rect r="r" b="b" t="t" l="l"/>
              <a:pathLst>
                <a:path h="368997" w="597640">
                  <a:moveTo>
                    <a:pt x="184498" y="0"/>
                  </a:moveTo>
                  <a:lnTo>
                    <a:pt x="413141" y="0"/>
                  </a:lnTo>
                  <a:cubicBezTo>
                    <a:pt x="515037" y="0"/>
                    <a:pt x="597640" y="82603"/>
                    <a:pt x="597640" y="184498"/>
                  </a:cubicBezTo>
                  <a:lnTo>
                    <a:pt x="597640" y="184498"/>
                  </a:lnTo>
                  <a:cubicBezTo>
                    <a:pt x="597640" y="286394"/>
                    <a:pt x="515037" y="368997"/>
                    <a:pt x="413141" y="368997"/>
                  </a:cubicBezTo>
                  <a:lnTo>
                    <a:pt x="184498" y="368997"/>
                  </a:lnTo>
                  <a:cubicBezTo>
                    <a:pt x="82603" y="368997"/>
                    <a:pt x="0" y="286394"/>
                    <a:pt x="0" y="184498"/>
                  </a:cubicBezTo>
                  <a:lnTo>
                    <a:pt x="0" y="184498"/>
                  </a:lnTo>
                  <a:cubicBezTo>
                    <a:pt x="0" y="82603"/>
                    <a:pt x="82603" y="0"/>
                    <a:pt x="184498" y="0"/>
                  </a:cubicBezTo>
                  <a:close/>
                </a:path>
              </a:pathLst>
            </a:custGeom>
            <a:solidFill>
              <a:srgbClr val="4F8E56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57" id="57"/>
            <p:cNvSpPr txBox="true"/>
            <p:nvPr/>
          </p:nvSpPr>
          <p:spPr>
            <a:xfrm>
              <a:off x="0" y="-57150"/>
              <a:ext cx="597640" cy="426147"/>
            </a:xfrm>
            <a:prstGeom prst="rect">
              <a:avLst/>
            </a:prstGeom>
          </p:spPr>
          <p:txBody>
            <a:bodyPr anchor="ctr" rtlCol="false" tIns="12700" lIns="12700" bIns="12700" rIns="12700"/>
            <a:lstStyle/>
            <a:p>
              <a:pPr algn="ctr">
                <a:lnSpc>
                  <a:spcPts val="3919"/>
                </a:lnSpc>
              </a:pPr>
              <a:r>
                <a:rPr lang="en-US" b="true" sz="2799" spc="-33">
                  <a:solidFill>
                    <a:srgbClr val="000000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public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8342835" y="8016907"/>
            <a:ext cx="2227029" cy="1404031"/>
            <a:chOff x="0" y="0"/>
            <a:chExt cx="597640" cy="37678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97640" cy="376782"/>
            </a:xfrm>
            <a:custGeom>
              <a:avLst/>
              <a:gdLst/>
              <a:ahLst/>
              <a:cxnLst/>
              <a:rect r="r" b="b" t="t" l="l"/>
              <a:pathLst>
                <a:path h="376782" w="597640">
                  <a:moveTo>
                    <a:pt x="188391" y="0"/>
                  </a:moveTo>
                  <a:lnTo>
                    <a:pt x="409249" y="0"/>
                  </a:lnTo>
                  <a:cubicBezTo>
                    <a:pt x="459213" y="0"/>
                    <a:pt x="507131" y="19848"/>
                    <a:pt x="542461" y="55178"/>
                  </a:cubicBezTo>
                  <a:cubicBezTo>
                    <a:pt x="577791" y="90509"/>
                    <a:pt x="597640" y="138427"/>
                    <a:pt x="597640" y="188391"/>
                  </a:cubicBezTo>
                  <a:lnTo>
                    <a:pt x="597640" y="188391"/>
                  </a:lnTo>
                  <a:cubicBezTo>
                    <a:pt x="597640" y="292437"/>
                    <a:pt x="513294" y="376782"/>
                    <a:pt x="409249" y="376782"/>
                  </a:cubicBezTo>
                  <a:lnTo>
                    <a:pt x="188391" y="376782"/>
                  </a:lnTo>
                  <a:cubicBezTo>
                    <a:pt x="84346" y="376782"/>
                    <a:pt x="0" y="292437"/>
                    <a:pt x="0" y="188391"/>
                  </a:cubicBezTo>
                  <a:lnTo>
                    <a:pt x="0" y="188391"/>
                  </a:lnTo>
                  <a:cubicBezTo>
                    <a:pt x="0" y="84346"/>
                    <a:pt x="84346" y="0"/>
                    <a:pt x="188391" y="0"/>
                  </a:cubicBezTo>
                  <a:close/>
                </a:path>
              </a:pathLst>
            </a:custGeom>
            <a:solidFill>
              <a:srgbClr val="FBC640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60" id="60"/>
            <p:cNvSpPr txBox="true"/>
            <p:nvPr/>
          </p:nvSpPr>
          <p:spPr>
            <a:xfrm>
              <a:off x="0" y="-57150"/>
              <a:ext cx="597640" cy="433932"/>
            </a:xfrm>
            <a:prstGeom prst="rect">
              <a:avLst/>
            </a:prstGeom>
          </p:spPr>
          <p:txBody>
            <a:bodyPr anchor="ctr" rtlCol="false" tIns="12700" lIns="12700" bIns="12700" rIns="12700"/>
            <a:lstStyle/>
            <a:p>
              <a:pPr algn="ctr">
                <a:lnSpc>
                  <a:spcPts val="3919"/>
                </a:lnSpc>
              </a:pPr>
              <a:r>
                <a:rPr lang="en-US" b="true" sz="2799" spc="-33">
                  <a:solidFill>
                    <a:srgbClr val="000000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private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5854347" y="8031412"/>
            <a:ext cx="2227029" cy="1399175"/>
            <a:chOff x="0" y="0"/>
            <a:chExt cx="597640" cy="375479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597640" cy="375479"/>
            </a:xfrm>
            <a:custGeom>
              <a:avLst/>
              <a:gdLst/>
              <a:ahLst/>
              <a:cxnLst/>
              <a:rect r="r" b="b" t="t" l="l"/>
              <a:pathLst>
                <a:path h="375479" w="597640">
                  <a:moveTo>
                    <a:pt x="187740" y="0"/>
                  </a:moveTo>
                  <a:lnTo>
                    <a:pt x="409900" y="0"/>
                  </a:lnTo>
                  <a:cubicBezTo>
                    <a:pt x="459692" y="0"/>
                    <a:pt x="507444" y="19780"/>
                    <a:pt x="542652" y="54988"/>
                  </a:cubicBezTo>
                  <a:cubicBezTo>
                    <a:pt x="577860" y="90196"/>
                    <a:pt x="597640" y="137948"/>
                    <a:pt x="597640" y="187740"/>
                  </a:cubicBezTo>
                  <a:lnTo>
                    <a:pt x="597640" y="187740"/>
                  </a:lnTo>
                  <a:cubicBezTo>
                    <a:pt x="597640" y="237531"/>
                    <a:pt x="577860" y="285283"/>
                    <a:pt x="542652" y="320491"/>
                  </a:cubicBezTo>
                  <a:cubicBezTo>
                    <a:pt x="507444" y="355699"/>
                    <a:pt x="459692" y="375479"/>
                    <a:pt x="409900" y="375479"/>
                  </a:cubicBezTo>
                  <a:lnTo>
                    <a:pt x="187740" y="375479"/>
                  </a:lnTo>
                  <a:cubicBezTo>
                    <a:pt x="137948" y="375479"/>
                    <a:pt x="90196" y="355699"/>
                    <a:pt x="54988" y="320491"/>
                  </a:cubicBezTo>
                  <a:cubicBezTo>
                    <a:pt x="19780" y="285283"/>
                    <a:pt x="0" y="237531"/>
                    <a:pt x="0" y="187740"/>
                  </a:cubicBezTo>
                  <a:lnTo>
                    <a:pt x="0" y="187740"/>
                  </a:lnTo>
                  <a:cubicBezTo>
                    <a:pt x="0" y="137948"/>
                    <a:pt x="19780" y="90196"/>
                    <a:pt x="54988" y="54988"/>
                  </a:cubicBezTo>
                  <a:cubicBezTo>
                    <a:pt x="90196" y="19780"/>
                    <a:pt x="137948" y="0"/>
                    <a:pt x="187740" y="0"/>
                  </a:cubicBezTo>
                  <a:close/>
                </a:path>
              </a:pathLst>
            </a:custGeom>
            <a:solidFill>
              <a:srgbClr val="CC5D04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63" id="63"/>
            <p:cNvSpPr txBox="true"/>
            <p:nvPr/>
          </p:nvSpPr>
          <p:spPr>
            <a:xfrm>
              <a:off x="0" y="-47625"/>
              <a:ext cx="597640" cy="423104"/>
            </a:xfrm>
            <a:prstGeom prst="rect">
              <a:avLst/>
            </a:prstGeom>
          </p:spPr>
          <p:txBody>
            <a:bodyPr anchor="ctr" rtlCol="false" tIns="12700" lIns="12700" bIns="12700" rIns="12700"/>
            <a:lstStyle/>
            <a:p>
              <a:pPr algn="ctr">
                <a:lnSpc>
                  <a:spcPts val="3220"/>
                </a:lnSpc>
              </a:pPr>
              <a:r>
                <a:rPr lang="en-US" b="true" sz="2300" spc="-27">
                  <a:solidFill>
                    <a:srgbClr val="000000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private and have role admin</a:t>
              </a:r>
            </a:p>
          </p:txBody>
        </p:sp>
      </p:grpSp>
      <p:sp>
        <p:nvSpPr>
          <p:cNvPr name="Freeform 64" id="64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5" id="65"/>
          <p:cNvSpPr txBox="true"/>
          <p:nvPr/>
        </p:nvSpPr>
        <p:spPr>
          <a:xfrm rot="0">
            <a:off x="5964244" y="579602"/>
            <a:ext cx="6359511" cy="1699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15"/>
              </a:lnSpc>
            </a:pPr>
            <a:r>
              <a:rPr lang="en-US" sz="11996" spc="-839">
                <a:solidFill>
                  <a:srgbClr val="BB500B"/>
                </a:solidFill>
                <a:latin typeface="Waffle Soft"/>
                <a:ea typeface="Waffle Soft"/>
                <a:cs typeface="Waffle Soft"/>
                <a:sym typeface="Waffle Soft"/>
              </a:rPr>
              <a:t>SITEMAP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731029"/>
            <a:ext cx="2498021" cy="1203320"/>
            <a:chOff x="0" y="0"/>
            <a:chExt cx="719554" cy="3466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19554" cy="346616"/>
            </a:xfrm>
            <a:custGeom>
              <a:avLst/>
              <a:gdLst/>
              <a:ahLst/>
              <a:cxnLst/>
              <a:rect r="r" b="b" t="t" l="l"/>
              <a:pathLst>
                <a:path h="346616" w="719554">
                  <a:moveTo>
                    <a:pt x="516354" y="0"/>
                  </a:moveTo>
                  <a:cubicBezTo>
                    <a:pt x="628578" y="0"/>
                    <a:pt x="719554" y="77593"/>
                    <a:pt x="719554" y="173308"/>
                  </a:cubicBezTo>
                  <a:cubicBezTo>
                    <a:pt x="719554" y="269023"/>
                    <a:pt x="628578" y="346616"/>
                    <a:pt x="516354" y="346616"/>
                  </a:cubicBezTo>
                  <a:lnTo>
                    <a:pt x="203200" y="346616"/>
                  </a:lnTo>
                  <a:cubicBezTo>
                    <a:pt x="90976" y="346616"/>
                    <a:pt x="0" y="269023"/>
                    <a:pt x="0" y="173308"/>
                  </a:cubicBezTo>
                  <a:cubicBezTo>
                    <a:pt x="0" y="77593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C5D04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19554" cy="384716"/>
            </a:xfrm>
            <a:prstGeom prst="rect">
              <a:avLst/>
            </a:prstGeom>
          </p:spPr>
          <p:txBody>
            <a:bodyPr anchor="ctr" rtlCol="false" tIns="39540" lIns="39540" bIns="39540" rIns="39540"/>
            <a:lstStyle/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000000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Start</a:t>
              </a:r>
            </a:p>
          </p:txBody>
        </p:sp>
      </p:grpSp>
      <p:sp>
        <p:nvSpPr>
          <p:cNvPr name="AutoShape 5" id="5"/>
          <p:cNvSpPr/>
          <p:nvPr/>
        </p:nvSpPr>
        <p:spPr>
          <a:xfrm>
            <a:off x="2233034" y="3939174"/>
            <a:ext cx="0" cy="74900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6" id="6"/>
          <p:cNvGrpSpPr/>
          <p:nvPr/>
        </p:nvGrpSpPr>
        <p:grpSpPr>
          <a:xfrm rot="0">
            <a:off x="1127141" y="4688174"/>
            <a:ext cx="2211785" cy="1214030"/>
            <a:chOff x="0" y="0"/>
            <a:chExt cx="1262966" cy="69323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62966" cy="693232"/>
            </a:xfrm>
            <a:custGeom>
              <a:avLst/>
              <a:gdLst/>
              <a:ahLst/>
              <a:cxnLst/>
              <a:rect r="r" b="b" t="t" l="l"/>
              <a:pathLst>
                <a:path h="693232" w="1262966">
                  <a:moveTo>
                    <a:pt x="0" y="0"/>
                  </a:moveTo>
                  <a:lnTo>
                    <a:pt x="1262966" y="0"/>
                  </a:lnTo>
                  <a:lnTo>
                    <a:pt x="1262966" y="693232"/>
                  </a:lnTo>
                  <a:lnTo>
                    <a:pt x="0" y="693232"/>
                  </a:lnTo>
                  <a:close/>
                </a:path>
              </a:pathLst>
            </a:custGeom>
            <a:solidFill>
              <a:srgbClr val="F2C34D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262966" cy="731332"/>
            </a:xfrm>
            <a:prstGeom prst="rect">
              <a:avLst/>
            </a:prstGeom>
          </p:spPr>
          <p:txBody>
            <a:bodyPr anchor="ctr" rtlCol="false" tIns="39540" lIns="39540" bIns="39540" rIns="39540"/>
            <a:lstStyle/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000000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Order now</a:t>
              </a:r>
            </a:p>
          </p:txBody>
        </p:sp>
      </p:grpSp>
      <p:sp>
        <p:nvSpPr>
          <p:cNvPr name="AutoShape 9" id="9"/>
          <p:cNvSpPr/>
          <p:nvPr/>
        </p:nvSpPr>
        <p:spPr>
          <a:xfrm flipH="true">
            <a:off x="2233034" y="6063349"/>
            <a:ext cx="44677" cy="951051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0" id="10"/>
          <p:cNvGrpSpPr/>
          <p:nvPr/>
        </p:nvGrpSpPr>
        <p:grpSpPr>
          <a:xfrm rot="0">
            <a:off x="1127141" y="7014399"/>
            <a:ext cx="2211785" cy="1214030"/>
            <a:chOff x="0" y="0"/>
            <a:chExt cx="1262966" cy="6932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62966" cy="693232"/>
            </a:xfrm>
            <a:custGeom>
              <a:avLst/>
              <a:gdLst/>
              <a:ahLst/>
              <a:cxnLst/>
              <a:rect r="r" b="b" t="t" l="l"/>
              <a:pathLst>
                <a:path h="693232" w="1262966">
                  <a:moveTo>
                    <a:pt x="0" y="0"/>
                  </a:moveTo>
                  <a:lnTo>
                    <a:pt x="1262966" y="0"/>
                  </a:lnTo>
                  <a:lnTo>
                    <a:pt x="1262966" y="693232"/>
                  </a:lnTo>
                  <a:lnTo>
                    <a:pt x="0" y="693232"/>
                  </a:lnTo>
                  <a:close/>
                </a:path>
              </a:pathLst>
            </a:custGeom>
            <a:solidFill>
              <a:srgbClr val="F2C34D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262966" cy="731332"/>
            </a:xfrm>
            <a:prstGeom prst="rect">
              <a:avLst/>
            </a:prstGeom>
          </p:spPr>
          <p:txBody>
            <a:bodyPr anchor="ctr" rtlCol="false" tIns="39540" lIns="39540" bIns="39540" rIns="39540"/>
            <a:lstStyle/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000000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confirm order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960834" y="6879804"/>
            <a:ext cx="2211785" cy="1536319"/>
            <a:chOff x="0" y="0"/>
            <a:chExt cx="1262966" cy="87726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62966" cy="877264"/>
            </a:xfrm>
            <a:custGeom>
              <a:avLst/>
              <a:gdLst/>
              <a:ahLst/>
              <a:cxnLst/>
              <a:rect r="r" b="b" t="t" l="l"/>
              <a:pathLst>
                <a:path h="877264" w="1262966">
                  <a:moveTo>
                    <a:pt x="0" y="0"/>
                  </a:moveTo>
                  <a:lnTo>
                    <a:pt x="1262966" y="0"/>
                  </a:lnTo>
                  <a:lnTo>
                    <a:pt x="1262966" y="877264"/>
                  </a:lnTo>
                  <a:lnTo>
                    <a:pt x="0" y="877264"/>
                  </a:lnTo>
                  <a:close/>
                </a:path>
              </a:pathLst>
            </a:custGeom>
            <a:solidFill>
              <a:srgbClr val="F2C34D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262966" cy="915364"/>
            </a:xfrm>
            <a:prstGeom prst="rect">
              <a:avLst/>
            </a:prstGeom>
          </p:spPr>
          <p:txBody>
            <a:bodyPr anchor="ctr" rtlCol="false" tIns="39540" lIns="39540" bIns="39540" rIns="39540"/>
            <a:lstStyle/>
            <a:p>
              <a:pPr algn="ctr">
                <a:lnSpc>
                  <a:spcPts val="34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route/table</a:t>
              </a:r>
            </a:p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000000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&lt;int:table_number&gt;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720054" y="7040948"/>
            <a:ext cx="2211785" cy="1214030"/>
            <a:chOff x="0" y="0"/>
            <a:chExt cx="1262966" cy="69323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62966" cy="693232"/>
            </a:xfrm>
            <a:custGeom>
              <a:avLst/>
              <a:gdLst/>
              <a:ahLst/>
              <a:cxnLst/>
              <a:rect r="r" b="b" t="t" l="l"/>
              <a:pathLst>
                <a:path h="693232" w="1262966">
                  <a:moveTo>
                    <a:pt x="0" y="0"/>
                  </a:moveTo>
                  <a:lnTo>
                    <a:pt x="1262966" y="0"/>
                  </a:lnTo>
                  <a:lnTo>
                    <a:pt x="1262966" y="693232"/>
                  </a:lnTo>
                  <a:lnTo>
                    <a:pt x="0" y="693232"/>
                  </a:lnTo>
                  <a:close/>
                </a:path>
              </a:pathLst>
            </a:custGeom>
            <a:solidFill>
              <a:srgbClr val="F2C34D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262966" cy="731332"/>
            </a:xfrm>
            <a:prstGeom prst="rect">
              <a:avLst/>
            </a:prstGeom>
          </p:spPr>
          <p:txBody>
            <a:bodyPr anchor="ctr" rtlCol="false" tIns="39540" lIns="39540" bIns="39540" rIns="39540"/>
            <a:lstStyle/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000000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สั่งซื้อสำเร็จ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706777" y="4527029"/>
            <a:ext cx="2211785" cy="1536319"/>
            <a:chOff x="0" y="0"/>
            <a:chExt cx="1262966" cy="87726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62966" cy="877264"/>
            </a:xfrm>
            <a:custGeom>
              <a:avLst/>
              <a:gdLst/>
              <a:ahLst/>
              <a:cxnLst/>
              <a:rect r="r" b="b" t="t" l="l"/>
              <a:pathLst>
                <a:path h="877264" w="1262966">
                  <a:moveTo>
                    <a:pt x="0" y="0"/>
                  </a:moveTo>
                  <a:lnTo>
                    <a:pt x="1262966" y="0"/>
                  </a:lnTo>
                  <a:lnTo>
                    <a:pt x="1262966" y="877264"/>
                  </a:lnTo>
                  <a:lnTo>
                    <a:pt x="0" y="877264"/>
                  </a:lnTo>
                  <a:close/>
                </a:path>
              </a:pathLst>
            </a:custGeom>
            <a:solidFill>
              <a:srgbClr val="F2C34D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262966" cy="915364"/>
            </a:xfrm>
            <a:prstGeom prst="rect">
              <a:avLst/>
            </a:prstGeom>
          </p:spPr>
          <p:txBody>
            <a:bodyPr anchor="ctr" rtlCol="false" tIns="39540" lIns="39540" bIns="39540" rIns="39540"/>
            <a:lstStyle/>
            <a:p>
              <a:pPr algn="ctr">
                <a:lnSpc>
                  <a:spcPts val="34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/admin/all_data/&lt;int:table_id&gt;</a:t>
              </a:r>
            </a:p>
          </p:txBody>
        </p:sp>
      </p:grpSp>
      <p:sp>
        <p:nvSpPr>
          <p:cNvPr name="AutoShape 22" id="22"/>
          <p:cNvSpPr/>
          <p:nvPr/>
        </p:nvSpPr>
        <p:spPr>
          <a:xfrm flipV="true">
            <a:off x="6279788" y="5295189"/>
            <a:ext cx="1426989" cy="12646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3" id="23"/>
          <p:cNvGrpSpPr/>
          <p:nvPr/>
        </p:nvGrpSpPr>
        <p:grpSpPr>
          <a:xfrm rot="0">
            <a:off x="12128362" y="4700820"/>
            <a:ext cx="2211785" cy="1214030"/>
            <a:chOff x="0" y="0"/>
            <a:chExt cx="1262966" cy="69323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62966" cy="693232"/>
            </a:xfrm>
            <a:custGeom>
              <a:avLst/>
              <a:gdLst/>
              <a:ahLst/>
              <a:cxnLst/>
              <a:rect r="r" b="b" t="t" l="l"/>
              <a:pathLst>
                <a:path h="693232" w="1262966">
                  <a:moveTo>
                    <a:pt x="0" y="0"/>
                  </a:moveTo>
                  <a:lnTo>
                    <a:pt x="1262966" y="0"/>
                  </a:lnTo>
                  <a:lnTo>
                    <a:pt x="1262966" y="693232"/>
                  </a:lnTo>
                  <a:lnTo>
                    <a:pt x="0" y="693232"/>
                  </a:lnTo>
                  <a:close/>
                </a:path>
              </a:pathLst>
            </a:custGeom>
            <a:solidFill>
              <a:srgbClr val="F2C34D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262966" cy="731332"/>
            </a:xfrm>
            <a:prstGeom prst="rect">
              <a:avLst/>
            </a:prstGeom>
          </p:spPr>
          <p:txBody>
            <a:bodyPr anchor="ctr" rtlCol="false" tIns="39540" lIns="39540" bIns="39540" rIns="39540"/>
            <a:lstStyle/>
            <a:p>
              <a:pPr algn="ctr">
                <a:lnSpc>
                  <a:spcPts val="34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JSON</a:t>
              </a:r>
            </a:p>
          </p:txBody>
        </p:sp>
      </p:grpSp>
      <p:sp>
        <p:nvSpPr>
          <p:cNvPr name="AutoShape 26" id="26"/>
          <p:cNvSpPr/>
          <p:nvPr/>
        </p:nvSpPr>
        <p:spPr>
          <a:xfrm>
            <a:off x="9918562" y="5295189"/>
            <a:ext cx="2209800" cy="12646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7" id="27"/>
          <p:cNvGrpSpPr/>
          <p:nvPr/>
        </p:nvGrpSpPr>
        <p:grpSpPr>
          <a:xfrm rot="0">
            <a:off x="15416472" y="4700820"/>
            <a:ext cx="2211785" cy="1214030"/>
            <a:chOff x="0" y="0"/>
            <a:chExt cx="1262966" cy="69323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62966" cy="693232"/>
            </a:xfrm>
            <a:custGeom>
              <a:avLst/>
              <a:gdLst/>
              <a:ahLst/>
              <a:cxnLst/>
              <a:rect r="r" b="b" t="t" l="l"/>
              <a:pathLst>
                <a:path h="693232" w="1262966">
                  <a:moveTo>
                    <a:pt x="0" y="0"/>
                  </a:moveTo>
                  <a:lnTo>
                    <a:pt x="1262966" y="0"/>
                  </a:lnTo>
                  <a:lnTo>
                    <a:pt x="1262966" y="693232"/>
                  </a:lnTo>
                  <a:lnTo>
                    <a:pt x="0" y="693232"/>
                  </a:lnTo>
                  <a:close/>
                </a:path>
              </a:pathLst>
            </a:custGeom>
            <a:solidFill>
              <a:srgbClr val="F2C34D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262966" cy="731332"/>
            </a:xfrm>
            <a:prstGeom prst="rect">
              <a:avLst/>
            </a:prstGeom>
          </p:spPr>
          <p:txBody>
            <a:bodyPr anchor="ctr" rtlCol="false" tIns="39540" lIns="39540" bIns="39540" rIns="39540"/>
            <a:lstStyle/>
            <a:p>
              <a:pPr algn="ctr">
                <a:lnSpc>
                  <a:spcPts val="34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Update UI</a:t>
              </a:r>
            </a:p>
          </p:txBody>
        </p:sp>
      </p:grpSp>
      <p:sp>
        <p:nvSpPr>
          <p:cNvPr name="AutoShape 30" id="30"/>
          <p:cNvSpPr/>
          <p:nvPr/>
        </p:nvSpPr>
        <p:spPr>
          <a:xfrm>
            <a:off x="14340147" y="5307835"/>
            <a:ext cx="1076325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1" id="31"/>
          <p:cNvGrpSpPr/>
          <p:nvPr/>
        </p:nvGrpSpPr>
        <p:grpSpPr>
          <a:xfrm rot="0">
            <a:off x="4068004" y="4700820"/>
            <a:ext cx="2211785" cy="1214030"/>
            <a:chOff x="0" y="0"/>
            <a:chExt cx="1262966" cy="69323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262966" cy="693232"/>
            </a:xfrm>
            <a:custGeom>
              <a:avLst/>
              <a:gdLst/>
              <a:ahLst/>
              <a:cxnLst/>
              <a:rect r="r" b="b" t="t" l="l"/>
              <a:pathLst>
                <a:path h="693232" w="1262966">
                  <a:moveTo>
                    <a:pt x="0" y="0"/>
                  </a:moveTo>
                  <a:lnTo>
                    <a:pt x="1262966" y="0"/>
                  </a:lnTo>
                  <a:lnTo>
                    <a:pt x="1262966" y="693232"/>
                  </a:lnTo>
                  <a:lnTo>
                    <a:pt x="0" y="693232"/>
                  </a:lnTo>
                  <a:close/>
                </a:path>
              </a:pathLst>
            </a:custGeom>
            <a:solidFill>
              <a:srgbClr val="F2C34D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1262966" cy="731332"/>
            </a:xfrm>
            <a:prstGeom prst="rect">
              <a:avLst/>
            </a:prstGeom>
          </p:spPr>
          <p:txBody>
            <a:bodyPr anchor="ctr" rtlCol="false" tIns="39540" lIns="39540" bIns="39540" rIns="39540"/>
            <a:lstStyle/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000000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View Cart</a:t>
              </a:r>
            </a:p>
          </p:txBody>
        </p:sp>
      </p:grpSp>
      <p:sp>
        <p:nvSpPr>
          <p:cNvPr name="AutoShape 34" id="34"/>
          <p:cNvSpPr/>
          <p:nvPr/>
        </p:nvSpPr>
        <p:spPr>
          <a:xfrm>
            <a:off x="3338926" y="5307835"/>
            <a:ext cx="729078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5" id="35"/>
          <p:cNvGrpSpPr/>
          <p:nvPr/>
        </p:nvGrpSpPr>
        <p:grpSpPr>
          <a:xfrm rot="0">
            <a:off x="8481339" y="6879804"/>
            <a:ext cx="2655016" cy="1536319"/>
            <a:chOff x="0" y="0"/>
            <a:chExt cx="1516059" cy="87726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516059" cy="877264"/>
            </a:xfrm>
            <a:custGeom>
              <a:avLst/>
              <a:gdLst/>
              <a:ahLst/>
              <a:cxnLst/>
              <a:rect r="r" b="b" t="t" l="l"/>
              <a:pathLst>
                <a:path h="877264" w="1516059">
                  <a:moveTo>
                    <a:pt x="0" y="0"/>
                  </a:moveTo>
                  <a:lnTo>
                    <a:pt x="1516059" y="0"/>
                  </a:lnTo>
                  <a:lnTo>
                    <a:pt x="1516059" y="877264"/>
                  </a:lnTo>
                  <a:lnTo>
                    <a:pt x="0" y="877264"/>
                  </a:lnTo>
                  <a:close/>
                </a:path>
              </a:pathLst>
            </a:custGeom>
            <a:solidFill>
              <a:srgbClr val="F2C34D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516059" cy="915364"/>
            </a:xfrm>
            <a:prstGeom prst="rect">
              <a:avLst/>
            </a:prstGeom>
          </p:spPr>
          <p:txBody>
            <a:bodyPr anchor="ctr" rtlCol="false" tIns="39540" lIns="39540" bIns="39540" rIns="39540"/>
            <a:lstStyle/>
            <a:p>
              <a:pPr algn="ctr">
                <a:lnSpc>
                  <a:spcPts val="34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update table status and add orders in db</a:t>
              </a:r>
            </a:p>
          </p:txBody>
        </p:sp>
      </p:grpSp>
      <p:sp>
        <p:nvSpPr>
          <p:cNvPr name="AutoShape 38" id="38"/>
          <p:cNvSpPr/>
          <p:nvPr/>
        </p:nvSpPr>
        <p:spPr>
          <a:xfrm flipV="true">
            <a:off x="7172619" y="7647964"/>
            <a:ext cx="1308720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9" id="39"/>
          <p:cNvSpPr/>
          <p:nvPr/>
        </p:nvSpPr>
        <p:spPr>
          <a:xfrm>
            <a:off x="11136356" y="7647964"/>
            <a:ext cx="2583698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0" id="40"/>
          <p:cNvSpPr/>
          <p:nvPr/>
        </p:nvSpPr>
        <p:spPr>
          <a:xfrm>
            <a:off x="3338926" y="7601623"/>
            <a:ext cx="1621908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41" id="41"/>
          <p:cNvGrpSpPr/>
          <p:nvPr/>
        </p:nvGrpSpPr>
        <p:grpSpPr>
          <a:xfrm rot="-95770">
            <a:off x="-804270" y="9166182"/>
            <a:ext cx="20178560" cy="3086100"/>
            <a:chOff x="0" y="0"/>
            <a:chExt cx="5314518" cy="812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314518" cy="812800"/>
            </a:xfrm>
            <a:custGeom>
              <a:avLst/>
              <a:gdLst/>
              <a:ahLst/>
              <a:cxnLst/>
              <a:rect r="r" b="b" t="t" l="l"/>
              <a:pathLst>
                <a:path h="812800" w="5314518">
                  <a:moveTo>
                    <a:pt x="0" y="0"/>
                  </a:moveTo>
                  <a:lnTo>
                    <a:pt x="5314518" y="0"/>
                  </a:lnTo>
                  <a:lnTo>
                    <a:pt x="531451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6EED6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5314518" cy="831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8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5292165" y="8700722"/>
            <a:ext cx="1549124" cy="1115155"/>
            <a:chOff x="0" y="0"/>
            <a:chExt cx="383908" cy="27636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83908" cy="276361"/>
            </a:xfrm>
            <a:custGeom>
              <a:avLst/>
              <a:gdLst/>
              <a:ahLst/>
              <a:cxnLst/>
              <a:rect r="r" b="b" t="t" l="l"/>
              <a:pathLst>
                <a:path h="276361" w="383908">
                  <a:moveTo>
                    <a:pt x="138181" y="0"/>
                  </a:moveTo>
                  <a:lnTo>
                    <a:pt x="245728" y="0"/>
                  </a:lnTo>
                  <a:cubicBezTo>
                    <a:pt x="282376" y="0"/>
                    <a:pt x="317522" y="14558"/>
                    <a:pt x="343436" y="40472"/>
                  </a:cubicBezTo>
                  <a:cubicBezTo>
                    <a:pt x="369350" y="66386"/>
                    <a:pt x="383908" y="101533"/>
                    <a:pt x="383908" y="138181"/>
                  </a:cubicBezTo>
                  <a:lnTo>
                    <a:pt x="383908" y="138181"/>
                  </a:lnTo>
                  <a:cubicBezTo>
                    <a:pt x="383908" y="174828"/>
                    <a:pt x="369350" y="209975"/>
                    <a:pt x="343436" y="235889"/>
                  </a:cubicBezTo>
                  <a:cubicBezTo>
                    <a:pt x="317522" y="261803"/>
                    <a:pt x="282376" y="276361"/>
                    <a:pt x="245728" y="276361"/>
                  </a:cubicBezTo>
                  <a:lnTo>
                    <a:pt x="138181" y="276361"/>
                  </a:lnTo>
                  <a:cubicBezTo>
                    <a:pt x="101533" y="276361"/>
                    <a:pt x="66386" y="261803"/>
                    <a:pt x="40472" y="235889"/>
                  </a:cubicBezTo>
                  <a:cubicBezTo>
                    <a:pt x="14558" y="209975"/>
                    <a:pt x="0" y="174828"/>
                    <a:pt x="0" y="138181"/>
                  </a:cubicBezTo>
                  <a:lnTo>
                    <a:pt x="0" y="138181"/>
                  </a:lnTo>
                  <a:cubicBezTo>
                    <a:pt x="0" y="101533"/>
                    <a:pt x="14558" y="66386"/>
                    <a:pt x="40472" y="40472"/>
                  </a:cubicBezTo>
                  <a:cubicBezTo>
                    <a:pt x="66386" y="14558"/>
                    <a:pt x="101533" y="0"/>
                    <a:pt x="138181" y="0"/>
                  </a:cubicBezTo>
                  <a:close/>
                </a:path>
              </a:pathLst>
            </a:custGeom>
            <a:solidFill>
              <a:srgbClr val="4F8E56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383908" cy="323986"/>
            </a:xfrm>
            <a:prstGeom prst="rect">
              <a:avLst/>
            </a:prstGeom>
          </p:spPr>
          <p:txBody>
            <a:bodyPr anchor="ctr" rtlCol="false" tIns="12700" lIns="12700" bIns="12700" rIns="12700"/>
            <a:lstStyle/>
            <a:p>
              <a:pPr algn="ctr">
                <a:lnSpc>
                  <a:spcPts val="3500"/>
                </a:lnSpc>
              </a:pPr>
              <a:r>
                <a:rPr lang="en-US" b="true" sz="2500" spc="-30">
                  <a:solidFill>
                    <a:srgbClr val="000000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CU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8038108" y="3052305"/>
            <a:ext cx="1549124" cy="1115155"/>
            <a:chOff x="0" y="0"/>
            <a:chExt cx="383908" cy="27636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83908" cy="276361"/>
            </a:xfrm>
            <a:custGeom>
              <a:avLst/>
              <a:gdLst/>
              <a:ahLst/>
              <a:cxnLst/>
              <a:rect r="r" b="b" t="t" l="l"/>
              <a:pathLst>
                <a:path h="276361" w="383908">
                  <a:moveTo>
                    <a:pt x="138181" y="0"/>
                  </a:moveTo>
                  <a:lnTo>
                    <a:pt x="245728" y="0"/>
                  </a:lnTo>
                  <a:cubicBezTo>
                    <a:pt x="282376" y="0"/>
                    <a:pt x="317522" y="14558"/>
                    <a:pt x="343436" y="40472"/>
                  </a:cubicBezTo>
                  <a:cubicBezTo>
                    <a:pt x="369350" y="66386"/>
                    <a:pt x="383908" y="101533"/>
                    <a:pt x="383908" y="138181"/>
                  </a:cubicBezTo>
                  <a:lnTo>
                    <a:pt x="383908" y="138181"/>
                  </a:lnTo>
                  <a:cubicBezTo>
                    <a:pt x="383908" y="174828"/>
                    <a:pt x="369350" y="209975"/>
                    <a:pt x="343436" y="235889"/>
                  </a:cubicBezTo>
                  <a:cubicBezTo>
                    <a:pt x="317522" y="261803"/>
                    <a:pt x="282376" y="276361"/>
                    <a:pt x="245728" y="276361"/>
                  </a:cubicBezTo>
                  <a:lnTo>
                    <a:pt x="138181" y="276361"/>
                  </a:lnTo>
                  <a:cubicBezTo>
                    <a:pt x="101533" y="276361"/>
                    <a:pt x="66386" y="261803"/>
                    <a:pt x="40472" y="235889"/>
                  </a:cubicBezTo>
                  <a:cubicBezTo>
                    <a:pt x="14558" y="209975"/>
                    <a:pt x="0" y="174828"/>
                    <a:pt x="0" y="138181"/>
                  </a:cubicBezTo>
                  <a:lnTo>
                    <a:pt x="0" y="138181"/>
                  </a:lnTo>
                  <a:cubicBezTo>
                    <a:pt x="0" y="101533"/>
                    <a:pt x="14558" y="66386"/>
                    <a:pt x="40472" y="40472"/>
                  </a:cubicBezTo>
                  <a:cubicBezTo>
                    <a:pt x="66386" y="14558"/>
                    <a:pt x="101533" y="0"/>
                    <a:pt x="138181" y="0"/>
                  </a:cubicBezTo>
                  <a:close/>
                </a:path>
              </a:pathLst>
            </a:custGeom>
            <a:solidFill>
              <a:srgbClr val="4F8E56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383908" cy="314461"/>
            </a:xfrm>
            <a:prstGeom prst="rect">
              <a:avLst/>
            </a:prstGeom>
          </p:spPr>
          <p:txBody>
            <a:bodyPr anchor="ctr" rtlCol="false" tIns="12700" lIns="12700" bIns="12700" rIns="12700"/>
            <a:lstStyle/>
            <a:p>
              <a:pPr algn="ctr">
                <a:lnSpc>
                  <a:spcPts val="3499"/>
                </a:lnSpc>
              </a:pPr>
              <a:r>
                <a:rPr lang="en-US" b="true" sz="2499" spc="-29">
                  <a:solidFill>
                    <a:srgbClr val="000000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R</a:t>
              </a:r>
            </a:p>
          </p:txBody>
        </p:sp>
      </p:grpSp>
      <p:sp>
        <p:nvSpPr>
          <p:cNvPr name="Freeform 50" id="50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1" id="51"/>
          <p:cNvSpPr txBox="true"/>
          <p:nvPr/>
        </p:nvSpPr>
        <p:spPr>
          <a:xfrm rot="0">
            <a:off x="2356161" y="1006938"/>
            <a:ext cx="13575677" cy="1133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21"/>
              </a:lnSpc>
            </a:pPr>
            <a:r>
              <a:rPr lang="en-US" sz="8039" spc="-562">
                <a:solidFill>
                  <a:srgbClr val="BB500B"/>
                </a:solidFill>
                <a:latin typeface="Waffle Soft"/>
                <a:ea typeface="Waffle Soft"/>
                <a:cs typeface="Waffle Soft"/>
                <a:sym typeface="Waffle Soft"/>
              </a:rPr>
              <a:t>DIAGRAM  CALL  FUNCTION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356161" y="924515"/>
            <a:ext cx="13575677" cy="1133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21"/>
              </a:lnSpc>
            </a:pPr>
            <a:r>
              <a:rPr lang="en-US" sz="8039" spc="-562">
                <a:solidFill>
                  <a:srgbClr val="BB500B"/>
                </a:solidFill>
                <a:latin typeface="Waffle Soft"/>
                <a:ea typeface="Waffle Soft"/>
                <a:cs typeface="Waffle Soft"/>
                <a:sym typeface="Waffle Soft"/>
              </a:rPr>
              <a:t>DIAGRAM  CALL  FUNCTION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4858551" y="2058057"/>
            <a:ext cx="96910" cy="92205"/>
            <a:chOff x="0" y="0"/>
            <a:chExt cx="143006" cy="13606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44002" y="42967"/>
              <a:ext cx="48891" cy="48935"/>
            </a:xfrm>
            <a:custGeom>
              <a:avLst/>
              <a:gdLst/>
              <a:ahLst/>
              <a:cxnLst/>
              <a:rect r="r" b="b" t="t" l="l"/>
              <a:pathLst>
                <a:path h="48935" w="48891">
                  <a:moveTo>
                    <a:pt x="48891" y="16709"/>
                  </a:moveTo>
                  <a:cubicBezTo>
                    <a:pt x="28112" y="48934"/>
                    <a:pt x="8556" y="42967"/>
                    <a:pt x="4889" y="35806"/>
                  </a:cubicBezTo>
                  <a:cubicBezTo>
                    <a:pt x="0" y="29838"/>
                    <a:pt x="3667" y="9548"/>
                    <a:pt x="9778" y="4774"/>
                  </a:cubicBezTo>
                  <a:cubicBezTo>
                    <a:pt x="17112" y="0"/>
                    <a:pt x="42780" y="7161"/>
                    <a:pt x="42780" y="7161"/>
                  </a:cubicBezTo>
                </a:path>
              </a:pathLst>
            </a:custGeom>
            <a:solidFill>
              <a:srgbClr val="0571D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7634736" y="2344733"/>
            <a:ext cx="2791351" cy="1552918"/>
            <a:chOff x="0" y="0"/>
            <a:chExt cx="1373021" cy="7638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73021" cy="763856"/>
            </a:xfrm>
            <a:custGeom>
              <a:avLst/>
              <a:gdLst/>
              <a:ahLst/>
              <a:cxnLst/>
              <a:rect r="r" b="b" t="t" l="l"/>
              <a:pathLst>
                <a:path h="763856" w="1373021">
                  <a:moveTo>
                    <a:pt x="0" y="0"/>
                  </a:moveTo>
                  <a:lnTo>
                    <a:pt x="1373021" y="0"/>
                  </a:lnTo>
                  <a:lnTo>
                    <a:pt x="1373021" y="763856"/>
                  </a:lnTo>
                  <a:lnTo>
                    <a:pt x="0" y="763856"/>
                  </a:lnTo>
                  <a:close/>
                </a:path>
              </a:pathLst>
            </a:custGeom>
            <a:solidFill>
              <a:srgbClr val="FBC64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373021" cy="8305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sz="3000" b="true">
                  <a:solidFill>
                    <a:srgbClr val="000000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MENU PAGE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634736" y="4954919"/>
            <a:ext cx="2791351" cy="1552918"/>
            <a:chOff x="0" y="0"/>
            <a:chExt cx="1373021" cy="76385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73021" cy="763856"/>
            </a:xfrm>
            <a:custGeom>
              <a:avLst/>
              <a:gdLst/>
              <a:ahLst/>
              <a:cxnLst/>
              <a:rect r="r" b="b" t="t" l="l"/>
              <a:pathLst>
                <a:path h="763856" w="1373021">
                  <a:moveTo>
                    <a:pt x="0" y="0"/>
                  </a:moveTo>
                  <a:lnTo>
                    <a:pt x="1373021" y="0"/>
                  </a:lnTo>
                  <a:lnTo>
                    <a:pt x="1373021" y="763856"/>
                  </a:lnTo>
                  <a:lnTo>
                    <a:pt x="0" y="763856"/>
                  </a:lnTo>
                  <a:close/>
                </a:path>
              </a:pathLst>
            </a:custGeom>
            <a:solidFill>
              <a:srgbClr val="FBC64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1373021" cy="8305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sz="3000" b="true">
                  <a:solidFill>
                    <a:srgbClr val="000000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Edit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>
            <a:off x="9030411" y="3897651"/>
            <a:ext cx="0" cy="105726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2" id="12"/>
          <p:cNvGrpSpPr/>
          <p:nvPr/>
        </p:nvGrpSpPr>
        <p:grpSpPr>
          <a:xfrm rot="0">
            <a:off x="3781702" y="4954919"/>
            <a:ext cx="2791351" cy="1552918"/>
            <a:chOff x="0" y="0"/>
            <a:chExt cx="1373021" cy="76385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73021" cy="763856"/>
            </a:xfrm>
            <a:custGeom>
              <a:avLst/>
              <a:gdLst/>
              <a:ahLst/>
              <a:cxnLst/>
              <a:rect r="r" b="b" t="t" l="l"/>
              <a:pathLst>
                <a:path h="763856" w="1373021">
                  <a:moveTo>
                    <a:pt x="0" y="0"/>
                  </a:moveTo>
                  <a:lnTo>
                    <a:pt x="1373021" y="0"/>
                  </a:lnTo>
                  <a:lnTo>
                    <a:pt x="1373021" y="763856"/>
                  </a:lnTo>
                  <a:lnTo>
                    <a:pt x="0" y="763856"/>
                  </a:lnTo>
                  <a:close/>
                </a:path>
              </a:pathLst>
            </a:custGeom>
            <a:solidFill>
              <a:srgbClr val="FBC64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1373021" cy="8305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sz="3000" b="true">
                  <a:solidFill>
                    <a:srgbClr val="000000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Upload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384620" y="4954919"/>
            <a:ext cx="2791351" cy="1552918"/>
            <a:chOff x="0" y="0"/>
            <a:chExt cx="1373021" cy="76385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73021" cy="763856"/>
            </a:xfrm>
            <a:custGeom>
              <a:avLst/>
              <a:gdLst/>
              <a:ahLst/>
              <a:cxnLst/>
              <a:rect r="r" b="b" t="t" l="l"/>
              <a:pathLst>
                <a:path h="763856" w="1373021">
                  <a:moveTo>
                    <a:pt x="0" y="0"/>
                  </a:moveTo>
                  <a:lnTo>
                    <a:pt x="1373021" y="0"/>
                  </a:lnTo>
                  <a:lnTo>
                    <a:pt x="1373021" y="763856"/>
                  </a:lnTo>
                  <a:lnTo>
                    <a:pt x="0" y="763856"/>
                  </a:lnTo>
                  <a:close/>
                </a:path>
              </a:pathLst>
            </a:custGeom>
            <a:solidFill>
              <a:srgbClr val="FBC64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1373021" cy="8305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sz="3000" b="true">
                  <a:solidFill>
                    <a:srgbClr val="000000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Delete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>
            <a:off x="5177377" y="4954919"/>
            <a:ext cx="760291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arrow" len="sm" w="med"/>
            <a:tailEnd type="arrow" len="sm" w="med"/>
          </a:ln>
        </p:spPr>
      </p:sp>
      <p:grpSp>
        <p:nvGrpSpPr>
          <p:cNvPr name="Group 19" id="19"/>
          <p:cNvGrpSpPr/>
          <p:nvPr/>
        </p:nvGrpSpPr>
        <p:grpSpPr>
          <a:xfrm rot="-95770">
            <a:off x="-804270" y="9166182"/>
            <a:ext cx="20178560" cy="3086100"/>
            <a:chOff x="0" y="0"/>
            <a:chExt cx="5314518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314518" cy="812800"/>
            </a:xfrm>
            <a:custGeom>
              <a:avLst/>
              <a:gdLst/>
              <a:ahLst/>
              <a:cxnLst/>
              <a:rect r="r" b="b" t="t" l="l"/>
              <a:pathLst>
                <a:path h="812800" w="5314518">
                  <a:moveTo>
                    <a:pt x="0" y="0"/>
                  </a:moveTo>
                  <a:lnTo>
                    <a:pt x="5314518" y="0"/>
                  </a:lnTo>
                  <a:lnTo>
                    <a:pt x="531451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6EED6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5314518" cy="831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8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331606" y="7323412"/>
            <a:ext cx="3048233" cy="2262872"/>
            <a:chOff x="0" y="0"/>
            <a:chExt cx="1227976" cy="91159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27976" cy="911594"/>
            </a:xfrm>
            <a:custGeom>
              <a:avLst/>
              <a:gdLst/>
              <a:ahLst/>
              <a:cxnLst/>
              <a:rect r="r" b="b" t="t" l="l"/>
              <a:pathLst>
                <a:path h="911594" w="1227976">
                  <a:moveTo>
                    <a:pt x="613988" y="0"/>
                  </a:moveTo>
                  <a:lnTo>
                    <a:pt x="1227976" y="455797"/>
                  </a:lnTo>
                  <a:lnTo>
                    <a:pt x="613988" y="911594"/>
                  </a:lnTo>
                  <a:lnTo>
                    <a:pt x="0" y="455797"/>
                  </a:lnTo>
                  <a:lnTo>
                    <a:pt x="613988" y="0"/>
                  </a:lnTo>
                  <a:close/>
                </a:path>
              </a:pathLst>
            </a:custGeom>
            <a:solidFill>
              <a:srgbClr val="CC5D04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211058" y="99530"/>
              <a:ext cx="805859" cy="6553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  <a:r>
                <a:rPr lang="en-US" b="true" sz="2999">
                  <a:solidFill>
                    <a:srgbClr val="000000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Sure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 flipH="true" flipV="true">
            <a:off x="9030411" y="8454848"/>
            <a:ext cx="230119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6" id="26"/>
          <p:cNvGrpSpPr/>
          <p:nvPr/>
        </p:nvGrpSpPr>
        <p:grpSpPr>
          <a:xfrm rot="0">
            <a:off x="6239061" y="7678389"/>
            <a:ext cx="2791351" cy="1552918"/>
            <a:chOff x="0" y="0"/>
            <a:chExt cx="1373021" cy="76385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73021" cy="763856"/>
            </a:xfrm>
            <a:custGeom>
              <a:avLst/>
              <a:gdLst/>
              <a:ahLst/>
              <a:cxnLst/>
              <a:rect r="r" b="b" t="t" l="l"/>
              <a:pathLst>
                <a:path h="763856" w="1373021">
                  <a:moveTo>
                    <a:pt x="0" y="0"/>
                  </a:moveTo>
                  <a:lnTo>
                    <a:pt x="1373021" y="0"/>
                  </a:lnTo>
                  <a:lnTo>
                    <a:pt x="1373021" y="763856"/>
                  </a:lnTo>
                  <a:lnTo>
                    <a:pt x="0" y="763856"/>
                  </a:lnTo>
                  <a:close/>
                </a:path>
              </a:pathLst>
            </a:custGeom>
            <a:solidFill>
              <a:srgbClr val="FBC64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1373021" cy="8210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  <a:r>
                <a:rPr lang="en-US" sz="2600" b="true">
                  <a:solidFill>
                    <a:srgbClr val="000000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/delete_menu/</a:t>
              </a:r>
            </a:p>
            <a:p>
              <a:pPr algn="ctr">
                <a:lnSpc>
                  <a:spcPts val="3640"/>
                </a:lnSpc>
              </a:pPr>
              <a:r>
                <a:rPr lang="en-US" sz="2600" b="true">
                  <a:solidFill>
                    <a:srgbClr val="000000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&lt;int:menu_id&gt;</a:t>
              </a:r>
            </a:p>
          </p:txBody>
        </p:sp>
      </p:grpSp>
      <p:sp>
        <p:nvSpPr>
          <p:cNvPr name="AutoShape 29" id="29"/>
          <p:cNvSpPr/>
          <p:nvPr/>
        </p:nvSpPr>
        <p:spPr>
          <a:xfrm>
            <a:off x="12855723" y="6507837"/>
            <a:ext cx="0" cy="81557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0" id="30"/>
          <p:cNvSpPr/>
          <p:nvPr/>
        </p:nvSpPr>
        <p:spPr>
          <a:xfrm flipH="true" flipV="true">
            <a:off x="10426086" y="3121192"/>
            <a:ext cx="3875785" cy="548056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1" id="31"/>
          <p:cNvSpPr/>
          <p:nvPr/>
        </p:nvSpPr>
        <p:spPr>
          <a:xfrm flipV="true">
            <a:off x="6239061" y="3121192"/>
            <a:ext cx="1395675" cy="533365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2" id="32"/>
          <p:cNvGrpSpPr/>
          <p:nvPr/>
        </p:nvGrpSpPr>
        <p:grpSpPr>
          <a:xfrm rot="0">
            <a:off x="4180899" y="8700722"/>
            <a:ext cx="1549124" cy="1115155"/>
            <a:chOff x="0" y="0"/>
            <a:chExt cx="383908" cy="27636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83908" cy="276361"/>
            </a:xfrm>
            <a:custGeom>
              <a:avLst/>
              <a:gdLst/>
              <a:ahLst/>
              <a:cxnLst/>
              <a:rect r="r" b="b" t="t" l="l"/>
              <a:pathLst>
                <a:path h="276361" w="383908">
                  <a:moveTo>
                    <a:pt x="138181" y="0"/>
                  </a:moveTo>
                  <a:lnTo>
                    <a:pt x="245728" y="0"/>
                  </a:lnTo>
                  <a:cubicBezTo>
                    <a:pt x="282376" y="0"/>
                    <a:pt x="317522" y="14558"/>
                    <a:pt x="343436" y="40472"/>
                  </a:cubicBezTo>
                  <a:cubicBezTo>
                    <a:pt x="369350" y="66386"/>
                    <a:pt x="383908" y="101533"/>
                    <a:pt x="383908" y="138181"/>
                  </a:cubicBezTo>
                  <a:lnTo>
                    <a:pt x="383908" y="138181"/>
                  </a:lnTo>
                  <a:cubicBezTo>
                    <a:pt x="383908" y="174828"/>
                    <a:pt x="369350" y="209975"/>
                    <a:pt x="343436" y="235889"/>
                  </a:cubicBezTo>
                  <a:cubicBezTo>
                    <a:pt x="317522" y="261803"/>
                    <a:pt x="282376" y="276361"/>
                    <a:pt x="245728" y="276361"/>
                  </a:cubicBezTo>
                  <a:lnTo>
                    <a:pt x="138181" y="276361"/>
                  </a:lnTo>
                  <a:cubicBezTo>
                    <a:pt x="101533" y="276361"/>
                    <a:pt x="66386" y="261803"/>
                    <a:pt x="40472" y="235889"/>
                  </a:cubicBezTo>
                  <a:cubicBezTo>
                    <a:pt x="14558" y="209975"/>
                    <a:pt x="0" y="174828"/>
                    <a:pt x="0" y="138181"/>
                  </a:cubicBezTo>
                  <a:lnTo>
                    <a:pt x="0" y="138181"/>
                  </a:lnTo>
                  <a:cubicBezTo>
                    <a:pt x="0" y="101533"/>
                    <a:pt x="14558" y="66386"/>
                    <a:pt x="40472" y="40472"/>
                  </a:cubicBezTo>
                  <a:cubicBezTo>
                    <a:pt x="66386" y="14558"/>
                    <a:pt x="101533" y="0"/>
                    <a:pt x="138181" y="0"/>
                  </a:cubicBezTo>
                  <a:close/>
                </a:path>
              </a:pathLst>
            </a:custGeom>
            <a:solidFill>
              <a:srgbClr val="4F8E56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383908" cy="323986"/>
            </a:xfrm>
            <a:prstGeom prst="rect">
              <a:avLst/>
            </a:prstGeom>
          </p:spPr>
          <p:txBody>
            <a:bodyPr anchor="ctr" rtlCol="false" tIns="12700" lIns="12700" bIns="12700" rIns="12700"/>
            <a:lstStyle/>
            <a:p>
              <a:pPr algn="ctr">
                <a:lnSpc>
                  <a:spcPts val="3500"/>
                </a:lnSpc>
              </a:pPr>
              <a:r>
                <a:rPr lang="en-US" b="true" sz="2500" spc="-30">
                  <a:solidFill>
                    <a:srgbClr val="000000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D</a:t>
              </a: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36018" y="2380173"/>
            <a:ext cx="3438862" cy="6613197"/>
          </a:xfrm>
          <a:custGeom>
            <a:avLst/>
            <a:gdLst/>
            <a:ahLst/>
            <a:cxnLst/>
            <a:rect r="r" b="b" t="t" l="l"/>
            <a:pathLst>
              <a:path h="6613197" w="3438862">
                <a:moveTo>
                  <a:pt x="0" y="0"/>
                </a:moveTo>
                <a:lnTo>
                  <a:pt x="3438863" y="0"/>
                </a:lnTo>
                <a:lnTo>
                  <a:pt x="3438863" y="6613197"/>
                </a:lnTo>
                <a:lnTo>
                  <a:pt x="0" y="66131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635519" y="1884873"/>
            <a:ext cx="4563208" cy="1237770"/>
          </a:xfrm>
          <a:custGeom>
            <a:avLst/>
            <a:gdLst/>
            <a:ahLst/>
            <a:cxnLst/>
            <a:rect r="r" b="b" t="t" l="l"/>
            <a:pathLst>
              <a:path h="1237770" w="4563208">
                <a:moveTo>
                  <a:pt x="0" y="0"/>
                </a:moveTo>
                <a:lnTo>
                  <a:pt x="4563208" y="0"/>
                </a:lnTo>
                <a:lnTo>
                  <a:pt x="4563208" y="1237771"/>
                </a:lnTo>
                <a:lnTo>
                  <a:pt x="0" y="12377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360070" y="1774071"/>
            <a:ext cx="11567859" cy="8199992"/>
          </a:xfrm>
          <a:custGeom>
            <a:avLst/>
            <a:gdLst/>
            <a:ahLst/>
            <a:cxnLst/>
            <a:rect r="r" b="b" t="t" l="l"/>
            <a:pathLst>
              <a:path h="8199992" w="11567859">
                <a:moveTo>
                  <a:pt x="0" y="0"/>
                </a:moveTo>
                <a:lnTo>
                  <a:pt x="11567860" y="0"/>
                </a:lnTo>
                <a:lnTo>
                  <a:pt x="11567860" y="8199992"/>
                </a:lnTo>
                <a:lnTo>
                  <a:pt x="0" y="819999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553" t="0" r="-1553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608839" y="8993370"/>
            <a:ext cx="4563208" cy="1237770"/>
          </a:xfrm>
          <a:custGeom>
            <a:avLst/>
            <a:gdLst/>
            <a:ahLst/>
            <a:cxnLst/>
            <a:rect r="r" b="b" t="t" l="l"/>
            <a:pathLst>
              <a:path h="1237770" w="4563208">
                <a:moveTo>
                  <a:pt x="0" y="0"/>
                </a:moveTo>
                <a:lnTo>
                  <a:pt x="4563208" y="0"/>
                </a:lnTo>
                <a:lnTo>
                  <a:pt x="4563208" y="1237770"/>
                </a:lnTo>
                <a:lnTo>
                  <a:pt x="0" y="12377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873634" y="717321"/>
            <a:ext cx="14540731" cy="1056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18"/>
              </a:lnSpc>
            </a:pPr>
            <a:r>
              <a:rPr lang="en-US" sz="7470" spc="-522">
                <a:solidFill>
                  <a:srgbClr val="BB500B"/>
                </a:solidFill>
                <a:latin typeface="Waffle Soft"/>
                <a:ea typeface="Waffle Soft"/>
                <a:cs typeface="Waffle Soft"/>
                <a:sym typeface="Waffle Soft"/>
              </a:rPr>
              <a:t>DIAGRAM  DATABASE  SCHEMA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3114452" y="5358019"/>
            <a:ext cx="5173548" cy="4928981"/>
          </a:xfrm>
          <a:custGeom>
            <a:avLst/>
            <a:gdLst/>
            <a:ahLst/>
            <a:cxnLst/>
            <a:rect r="r" b="b" t="t" l="l"/>
            <a:pathLst>
              <a:path h="4928981" w="5173548">
                <a:moveTo>
                  <a:pt x="0" y="0"/>
                </a:moveTo>
                <a:lnTo>
                  <a:pt x="5173548" y="0"/>
                </a:lnTo>
                <a:lnTo>
                  <a:pt x="5173548" y="4928981"/>
                </a:lnTo>
                <a:lnTo>
                  <a:pt x="0" y="492898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129923" y="7414517"/>
            <a:ext cx="3563110" cy="3687565"/>
          </a:xfrm>
          <a:custGeom>
            <a:avLst/>
            <a:gdLst/>
            <a:ahLst/>
            <a:cxnLst/>
            <a:rect r="r" b="b" t="t" l="l"/>
            <a:pathLst>
              <a:path h="3687565" w="3563110">
                <a:moveTo>
                  <a:pt x="0" y="0"/>
                </a:moveTo>
                <a:lnTo>
                  <a:pt x="3563110" y="0"/>
                </a:lnTo>
                <a:lnTo>
                  <a:pt x="3563110" y="3687566"/>
                </a:lnTo>
                <a:lnTo>
                  <a:pt x="0" y="368756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FF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7567" y="1570569"/>
            <a:ext cx="3086100" cy="4041021"/>
            <a:chOff x="0" y="0"/>
            <a:chExt cx="812800" cy="10643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1064302"/>
            </a:xfrm>
            <a:custGeom>
              <a:avLst/>
              <a:gdLst/>
              <a:ahLst/>
              <a:cxnLst/>
              <a:rect r="r" b="b" t="t" l="l"/>
              <a:pathLst>
                <a:path h="1064302" w="812800">
                  <a:moveTo>
                    <a:pt x="100346" y="0"/>
                  </a:moveTo>
                  <a:lnTo>
                    <a:pt x="712454" y="0"/>
                  </a:lnTo>
                  <a:cubicBezTo>
                    <a:pt x="767874" y="0"/>
                    <a:pt x="812800" y="44926"/>
                    <a:pt x="812800" y="100346"/>
                  </a:cubicBezTo>
                  <a:lnTo>
                    <a:pt x="812800" y="963956"/>
                  </a:lnTo>
                  <a:cubicBezTo>
                    <a:pt x="812800" y="1019376"/>
                    <a:pt x="767874" y="1064302"/>
                    <a:pt x="712454" y="1064302"/>
                  </a:cubicBezTo>
                  <a:lnTo>
                    <a:pt x="100346" y="1064302"/>
                  </a:lnTo>
                  <a:cubicBezTo>
                    <a:pt x="44926" y="1064302"/>
                    <a:pt x="0" y="1019376"/>
                    <a:pt x="0" y="963956"/>
                  </a:cubicBezTo>
                  <a:lnTo>
                    <a:pt x="0" y="100346"/>
                  </a:lnTo>
                  <a:cubicBezTo>
                    <a:pt x="0" y="44926"/>
                    <a:pt x="44926" y="0"/>
                    <a:pt x="100346" y="0"/>
                  </a:cubicBezTo>
                  <a:close/>
                </a:path>
              </a:pathLst>
            </a:custGeom>
            <a:solidFill>
              <a:srgbClr val="4F8E56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812800" cy="11786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316953" y="1570569"/>
            <a:ext cx="3086100" cy="4041021"/>
            <a:chOff x="0" y="0"/>
            <a:chExt cx="812800" cy="10643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1064302"/>
            </a:xfrm>
            <a:custGeom>
              <a:avLst/>
              <a:gdLst/>
              <a:ahLst/>
              <a:cxnLst/>
              <a:rect r="r" b="b" t="t" l="l"/>
              <a:pathLst>
                <a:path h="1064302" w="812800">
                  <a:moveTo>
                    <a:pt x="100346" y="0"/>
                  </a:moveTo>
                  <a:lnTo>
                    <a:pt x="712454" y="0"/>
                  </a:lnTo>
                  <a:cubicBezTo>
                    <a:pt x="767874" y="0"/>
                    <a:pt x="812800" y="44926"/>
                    <a:pt x="812800" y="100346"/>
                  </a:cubicBezTo>
                  <a:lnTo>
                    <a:pt x="812800" y="963956"/>
                  </a:lnTo>
                  <a:cubicBezTo>
                    <a:pt x="812800" y="1019376"/>
                    <a:pt x="767874" y="1064302"/>
                    <a:pt x="712454" y="1064302"/>
                  </a:cubicBezTo>
                  <a:lnTo>
                    <a:pt x="100346" y="1064302"/>
                  </a:lnTo>
                  <a:cubicBezTo>
                    <a:pt x="44926" y="1064302"/>
                    <a:pt x="0" y="1019376"/>
                    <a:pt x="0" y="963956"/>
                  </a:cubicBezTo>
                  <a:lnTo>
                    <a:pt x="0" y="100346"/>
                  </a:lnTo>
                  <a:cubicBezTo>
                    <a:pt x="0" y="44926"/>
                    <a:pt x="44926" y="0"/>
                    <a:pt x="100346" y="0"/>
                  </a:cubicBezTo>
                  <a:close/>
                </a:path>
              </a:pathLst>
            </a:custGeom>
            <a:solidFill>
              <a:srgbClr val="BB500B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14300"/>
              <a:ext cx="812800" cy="11786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793578" y="1570569"/>
            <a:ext cx="3086100" cy="4041021"/>
            <a:chOff x="0" y="0"/>
            <a:chExt cx="812800" cy="106430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1064302"/>
            </a:xfrm>
            <a:custGeom>
              <a:avLst/>
              <a:gdLst/>
              <a:ahLst/>
              <a:cxnLst/>
              <a:rect r="r" b="b" t="t" l="l"/>
              <a:pathLst>
                <a:path h="1064302" w="812800">
                  <a:moveTo>
                    <a:pt x="100346" y="0"/>
                  </a:moveTo>
                  <a:lnTo>
                    <a:pt x="712454" y="0"/>
                  </a:lnTo>
                  <a:cubicBezTo>
                    <a:pt x="767874" y="0"/>
                    <a:pt x="812800" y="44926"/>
                    <a:pt x="812800" y="100346"/>
                  </a:cubicBezTo>
                  <a:lnTo>
                    <a:pt x="812800" y="963956"/>
                  </a:lnTo>
                  <a:cubicBezTo>
                    <a:pt x="812800" y="1019376"/>
                    <a:pt x="767874" y="1064302"/>
                    <a:pt x="712454" y="1064302"/>
                  </a:cubicBezTo>
                  <a:lnTo>
                    <a:pt x="100346" y="1064302"/>
                  </a:lnTo>
                  <a:cubicBezTo>
                    <a:pt x="44926" y="1064302"/>
                    <a:pt x="0" y="1019376"/>
                    <a:pt x="0" y="963956"/>
                  </a:cubicBezTo>
                  <a:lnTo>
                    <a:pt x="0" y="100346"/>
                  </a:lnTo>
                  <a:cubicBezTo>
                    <a:pt x="0" y="44926"/>
                    <a:pt x="44926" y="0"/>
                    <a:pt x="100346" y="0"/>
                  </a:cubicBezTo>
                  <a:close/>
                </a:path>
              </a:pathLst>
            </a:custGeom>
            <a:solidFill>
              <a:srgbClr val="EBC642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114300"/>
              <a:ext cx="812800" cy="11786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270203" y="1570569"/>
            <a:ext cx="3086100" cy="4041021"/>
            <a:chOff x="0" y="0"/>
            <a:chExt cx="812800" cy="106430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1064302"/>
            </a:xfrm>
            <a:custGeom>
              <a:avLst/>
              <a:gdLst/>
              <a:ahLst/>
              <a:cxnLst/>
              <a:rect r="r" b="b" t="t" l="l"/>
              <a:pathLst>
                <a:path h="1064302" w="812800">
                  <a:moveTo>
                    <a:pt x="100346" y="0"/>
                  </a:moveTo>
                  <a:lnTo>
                    <a:pt x="712454" y="0"/>
                  </a:lnTo>
                  <a:cubicBezTo>
                    <a:pt x="767874" y="0"/>
                    <a:pt x="812800" y="44926"/>
                    <a:pt x="812800" y="100346"/>
                  </a:cubicBezTo>
                  <a:lnTo>
                    <a:pt x="812800" y="963956"/>
                  </a:lnTo>
                  <a:cubicBezTo>
                    <a:pt x="812800" y="1019376"/>
                    <a:pt x="767874" y="1064302"/>
                    <a:pt x="712454" y="1064302"/>
                  </a:cubicBezTo>
                  <a:lnTo>
                    <a:pt x="100346" y="1064302"/>
                  </a:lnTo>
                  <a:cubicBezTo>
                    <a:pt x="44926" y="1064302"/>
                    <a:pt x="0" y="1019376"/>
                    <a:pt x="0" y="963956"/>
                  </a:cubicBezTo>
                  <a:lnTo>
                    <a:pt x="0" y="100346"/>
                  </a:lnTo>
                  <a:cubicBezTo>
                    <a:pt x="0" y="44926"/>
                    <a:pt x="44926" y="0"/>
                    <a:pt x="100346" y="0"/>
                  </a:cubicBezTo>
                  <a:close/>
                </a:path>
              </a:pathLst>
            </a:custGeom>
            <a:solidFill>
              <a:srgbClr val="4F8E56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114300"/>
              <a:ext cx="812800" cy="11786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751980" y="1570569"/>
            <a:ext cx="3086100" cy="4041021"/>
            <a:chOff x="0" y="0"/>
            <a:chExt cx="812800" cy="106430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1064302"/>
            </a:xfrm>
            <a:custGeom>
              <a:avLst/>
              <a:gdLst/>
              <a:ahLst/>
              <a:cxnLst/>
              <a:rect r="r" b="b" t="t" l="l"/>
              <a:pathLst>
                <a:path h="1064302" w="812800">
                  <a:moveTo>
                    <a:pt x="100346" y="0"/>
                  </a:moveTo>
                  <a:lnTo>
                    <a:pt x="712454" y="0"/>
                  </a:lnTo>
                  <a:cubicBezTo>
                    <a:pt x="767874" y="0"/>
                    <a:pt x="812800" y="44926"/>
                    <a:pt x="812800" y="100346"/>
                  </a:cubicBezTo>
                  <a:lnTo>
                    <a:pt x="812800" y="963956"/>
                  </a:lnTo>
                  <a:cubicBezTo>
                    <a:pt x="812800" y="1019376"/>
                    <a:pt x="767874" y="1064302"/>
                    <a:pt x="712454" y="1064302"/>
                  </a:cubicBezTo>
                  <a:lnTo>
                    <a:pt x="100346" y="1064302"/>
                  </a:lnTo>
                  <a:cubicBezTo>
                    <a:pt x="44926" y="1064302"/>
                    <a:pt x="0" y="1019376"/>
                    <a:pt x="0" y="963956"/>
                  </a:cubicBezTo>
                  <a:lnTo>
                    <a:pt x="0" y="100346"/>
                  </a:lnTo>
                  <a:cubicBezTo>
                    <a:pt x="0" y="44926"/>
                    <a:pt x="44926" y="0"/>
                    <a:pt x="100346" y="0"/>
                  </a:cubicBezTo>
                  <a:close/>
                </a:path>
              </a:pathLst>
            </a:custGeom>
            <a:solidFill>
              <a:srgbClr val="EBC642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114300"/>
              <a:ext cx="812800" cy="11786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-95770">
            <a:off x="-804270" y="9166182"/>
            <a:ext cx="20178560" cy="3086100"/>
            <a:chOff x="0" y="0"/>
            <a:chExt cx="5314518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314518" cy="812800"/>
            </a:xfrm>
            <a:custGeom>
              <a:avLst/>
              <a:gdLst/>
              <a:ahLst/>
              <a:cxnLst/>
              <a:rect r="r" b="b" t="t" l="l"/>
              <a:pathLst>
                <a:path h="812800" w="5314518">
                  <a:moveTo>
                    <a:pt x="0" y="0"/>
                  </a:moveTo>
                  <a:lnTo>
                    <a:pt x="5314518" y="0"/>
                  </a:lnTo>
                  <a:lnTo>
                    <a:pt x="531451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6EED6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5314518" cy="831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8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384632" y="5840191"/>
            <a:ext cx="3086100" cy="4041021"/>
            <a:chOff x="0" y="0"/>
            <a:chExt cx="812800" cy="106430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1064302"/>
            </a:xfrm>
            <a:custGeom>
              <a:avLst/>
              <a:gdLst/>
              <a:ahLst/>
              <a:cxnLst/>
              <a:rect r="r" b="b" t="t" l="l"/>
              <a:pathLst>
                <a:path h="1064302" w="812800">
                  <a:moveTo>
                    <a:pt x="100346" y="0"/>
                  </a:moveTo>
                  <a:lnTo>
                    <a:pt x="712454" y="0"/>
                  </a:lnTo>
                  <a:cubicBezTo>
                    <a:pt x="767874" y="0"/>
                    <a:pt x="812800" y="44926"/>
                    <a:pt x="812800" y="100346"/>
                  </a:cubicBezTo>
                  <a:lnTo>
                    <a:pt x="812800" y="963956"/>
                  </a:lnTo>
                  <a:cubicBezTo>
                    <a:pt x="812800" y="1019376"/>
                    <a:pt x="767874" y="1064302"/>
                    <a:pt x="712454" y="1064302"/>
                  </a:cubicBezTo>
                  <a:lnTo>
                    <a:pt x="100346" y="1064302"/>
                  </a:lnTo>
                  <a:cubicBezTo>
                    <a:pt x="44926" y="1064302"/>
                    <a:pt x="0" y="1019376"/>
                    <a:pt x="0" y="963956"/>
                  </a:cubicBezTo>
                  <a:lnTo>
                    <a:pt x="0" y="100346"/>
                  </a:lnTo>
                  <a:cubicBezTo>
                    <a:pt x="0" y="44926"/>
                    <a:pt x="44926" y="0"/>
                    <a:pt x="100346" y="0"/>
                  </a:cubicBezTo>
                  <a:close/>
                </a:path>
              </a:pathLst>
            </a:custGeom>
            <a:solidFill>
              <a:srgbClr val="BB500B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114300"/>
              <a:ext cx="812800" cy="11786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864018" y="5840191"/>
            <a:ext cx="3086100" cy="4041021"/>
            <a:chOff x="0" y="0"/>
            <a:chExt cx="812800" cy="106430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1064302"/>
            </a:xfrm>
            <a:custGeom>
              <a:avLst/>
              <a:gdLst/>
              <a:ahLst/>
              <a:cxnLst/>
              <a:rect r="r" b="b" t="t" l="l"/>
              <a:pathLst>
                <a:path h="1064302" w="812800">
                  <a:moveTo>
                    <a:pt x="100346" y="0"/>
                  </a:moveTo>
                  <a:lnTo>
                    <a:pt x="712454" y="0"/>
                  </a:lnTo>
                  <a:cubicBezTo>
                    <a:pt x="767874" y="0"/>
                    <a:pt x="812800" y="44926"/>
                    <a:pt x="812800" y="100346"/>
                  </a:cubicBezTo>
                  <a:lnTo>
                    <a:pt x="812800" y="963956"/>
                  </a:lnTo>
                  <a:cubicBezTo>
                    <a:pt x="812800" y="1019376"/>
                    <a:pt x="767874" y="1064302"/>
                    <a:pt x="712454" y="1064302"/>
                  </a:cubicBezTo>
                  <a:lnTo>
                    <a:pt x="100346" y="1064302"/>
                  </a:lnTo>
                  <a:cubicBezTo>
                    <a:pt x="44926" y="1064302"/>
                    <a:pt x="0" y="1019376"/>
                    <a:pt x="0" y="963956"/>
                  </a:cubicBezTo>
                  <a:lnTo>
                    <a:pt x="0" y="100346"/>
                  </a:lnTo>
                  <a:cubicBezTo>
                    <a:pt x="0" y="44926"/>
                    <a:pt x="44926" y="0"/>
                    <a:pt x="100346" y="0"/>
                  </a:cubicBezTo>
                  <a:close/>
                </a:path>
              </a:pathLst>
            </a:custGeom>
            <a:solidFill>
              <a:srgbClr val="4F8E56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114300"/>
              <a:ext cx="812800" cy="11786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340643" y="5840191"/>
            <a:ext cx="3086100" cy="4041021"/>
            <a:chOff x="0" y="0"/>
            <a:chExt cx="812800" cy="106430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1064302"/>
            </a:xfrm>
            <a:custGeom>
              <a:avLst/>
              <a:gdLst/>
              <a:ahLst/>
              <a:cxnLst/>
              <a:rect r="r" b="b" t="t" l="l"/>
              <a:pathLst>
                <a:path h="1064302" w="812800">
                  <a:moveTo>
                    <a:pt x="100346" y="0"/>
                  </a:moveTo>
                  <a:lnTo>
                    <a:pt x="712454" y="0"/>
                  </a:lnTo>
                  <a:cubicBezTo>
                    <a:pt x="767874" y="0"/>
                    <a:pt x="812800" y="44926"/>
                    <a:pt x="812800" y="100346"/>
                  </a:cubicBezTo>
                  <a:lnTo>
                    <a:pt x="812800" y="963956"/>
                  </a:lnTo>
                  <a:cubicBezTo>
                    <a:pt x="812800" y="1019376"/>
                    <a:pt x="767874" y="1064302"/>
                    <a:pt x="712454" y="1064302"/>
                  </a:cubicBezTo>
                  <a:lnTo>
                    <a:pt x="100346" y="1064302"/>
                  </a:lnTo>
                  <a:cubicBezTo>
                    <a:pt x="44926" y="1064302"/>
                    <a:pt x="0" y="1019376"/>
                    <a:pt x="0" y="963956"/>
                  </a:cubicBezTo>
                  <a:lnTo>
                    <a:pt x="0" y="100346"/>
                  </a:lnTo>
                  <a:cubicBezTo>
                    <a:pt x="0" y="44926"/>
                    <a:pt x="44926" y="0"/>
                    <a:pt x="100346" y="0"/>
                  </a:cubicBezTo>
                  <a:close/>
                </a:path>
              </a:pathLst>
            </a:custGeom>
            <a:solidFill>
              <a:srgbClr val="EBC642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114300"/>
              <a:ext cx="812800" cy="11786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817268" y="5840191"/>
            <a:ext cx="3086100" cy="4041021"/>
            <a:chOff x="0" y="0"/>
            <a:chExt cx="812800" cy="106430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1064302"/>
            </a:xfrm>
            <a:custGeom>
              <a:avLst/>
              <a:gdLst/>
              <a:ahLst/>
              <a:cxnLst/>
              <a:rect r="r" b="b" t="t" l="l"/>
              <a:pathLst>
                <a:path h="1064302" w="812800">
                  <a:moveTo>
                    <a:pt x="100346" y="0"/>
                  </a:moveTo>
                  <a:lnTo>
                    <a:pt x="712454" y="0"/>
                  </a:lnTo>
                  <a:cubicBezTo>
                    <a:pt x="767874" y="0"/>
                    <a:pt x="812800" y="44926"/>
                    <a:pt x="812800" y="100346"/>
                  </a:cubicBezTo>
                  <a:lnTo>
                    <a:pt x="812800" y="963956"/>
                  </a:lnTo>
                  <a:cubicBezTo>
                    <a:pt x="812800" y="1019376"/>
                    <a:pt x="767874" y="1064302"/>
                    <a:pt x="712454" y="1064302"/>
                  </a:cubicBezTo>
                  <a:lnTo>
                    <a:pt x="100346" y="1064302"/>
                  </a:lnTo>
                  <a:cubicBezTo>
                    <a:pt x="44926" y="1064302"/>
                    <a:pt x="0" y="1019376"/>
                    <a:pt x="0" y="963956"/>
                  </a:cubicBezTo>
                  <a:lnTo>
                    <a:pt x="0" y="100346"/>
                  </a:lnTo>
                  <a:cubicBezTo>
                    <a:pt x="0" y="44926"/>
                    <a:pt x="44926" y="0"/>
                    <a:pt x="100346" y="0"/>
                  </a:cubicBezTo>
                  <a:close/>
                </a:path>
              </a:pathLst>
            </a:custGeom>
            <a:solidFill>
              <a:srgbClr val="BB500B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114300"/>
              <a:ext cx="812800" cy="11786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2081649" y="280774"/>
            <a:ext cx="14124702" cy="1056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18"/>
              </a:lnSpc>
            </a:pPr>
            <a:r>
              <a:rPr lang="en-US" sz="7470" spc="-522">
                <a:solidFill>
                  <a:srgbClr val="BB500B"/>
                </a:solidFill>
                <a:latin typeface="Waffle Soft"/>
                <a:ea typeface="Waffle Soft"/>
                <a:cs typeface="Waffle Soft"/>
                <a:sym typeface="Waffle Soft"/>
              </a:rPr>
              <a:t>SCAN QR FOR ORDERING FOOD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705890" y="4926330"/>
            <a:ext cx="1349454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Prompt Bold"/>
                <a:ea typeface="Prompt Bold"/>
                <a:cs typeface="Prompt Bold"/>
                <a:sym typeface="Prompt Bold"/>
              </a:rPr>
              <a:t>TABLE : 1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159882" y="4926330"/>
            <a:ext cx="1408271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Prompt Bold"/>
                <a:ea typeface="Prompt Bold"/>
                <a:cs typeface="Prompt Bold"/>
                <a:sym typeface="Prompt Bold"/>
              </a:rPr>
              <a:t>TABLE : 2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633742" y="4926330"/>
            <a:ext cx="1405771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Prompt Bold"/>
                <a:ea typeface="Prompt Bold"/>
                <a:cs typeface="Prompt Bold"/>
                <a:sym typeface="Prompt Bold"/>
              </a:rPr>
              <a:t>TABLE : 3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5594493" y="4926330"/>
            <a:ext cx="1406723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Prompt Bold"/>
                <a:ea typeface="Prompt Bold"/>
                <a:cs typeface="Prompt Bold"/>
                <a:sym typeface="Prompt Bold"/>
              </a:rPr>
              <a:t>TABLE : 5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102569" y="4926330"/>
            <a:ext cx="1418273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Prompt Bold"/>
                <a:ea typeface="Prompt Bold"/>
                <a:cs typeface="Prompt Bold"/>
                <a:sym typeface="Prompt Bold"/>
              </a:rPr>
              <a:t>TABLE : 4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3217355" y="9120619"/>
            <a:ext cx="1422202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Prompt Bold"/>
                <a:ea typeface="Prompt Bold"/>
                <a:cs typeface="Prompt Bold"/>
                <a:sym typeface="Prompt Bold"/>
              </a:rPr>
              <a:t>TABLE : 6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715043" y="9120619"/>
            <a:ext cx="1393627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Prompt Bold"/>
                <a:ea typeface="Prompt Bold"/>
                <a:cs typeface="Prompt Bold"/>
                <a:sym typeface="Prompt Bold"/>
              </a:rPr>
              <a:t>TABLE : 7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174080" y="9120619"/>
            <a:ext cx="1420773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Prompt Bold"/>
                <a:ea typeface="Prompt Bold"/>
                <a:cs typeface="Prompt Bold"/>
                <a:sym typeface="Prompt Bold"/>
              </a:rPr>
              <a:t>TABLE : 8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3648443" y="9120619"/>
            <a:ext cx="1422202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Prompt Bold"/>
                <a:ea typeface="Prompt Bold"/>
                <a:cs typeface="Prompt Bold"/>
                <a:sym typeface="Prompt Bold"/>
              </a:rPr>
              <a:t>TABLE : 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FF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95770">
            <a:off x="-804270" y="9166182"/>
            <a:ext cx="20178560" cy="3086100"/>
            <a:chOff x="0" y="0"/>
            <a:chExt cx="5314518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314518" cy="812800"/>
            </a:xfrm>
            <a:custGeom>
              <a:avLst/>
              <a:gdLst/>
              <a:ahLst/>
              <a:cxnLst/>
              <a:rect r="r" b="b" t="t" l="l"/>
              <a:pathLst>
                <a:path h="812800" w="5314518">
                  <a:moveTo>
                    <a:pt x="0" y="0"/>
                  </a:moveTo>
                  <a:lnTo>
                    <a:pt x="5314518" y="0"/>
                  </a:lnTo>
                  <a:lnTo>
                    <a:pt x="531451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6EED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5314518" cy="831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8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208467" y="1956276"/>
            <a:ext cx="5871067" cy="7687731"/>
            <a:chOff x="0" y="0"/>
            <a:chExt cx="812800" cy="10643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1064302"/>
            </a:xfrm>
            <a:custGeom>
              <a:avLst/>
              <a:gdLst/>
              <a:ahLst/>
              <a:cxnLst/>
              <a:rect r="r" b="b" t="t" l="l"/>
              <a:pathLst>
                <a:path h="1064302" w="812800">
                  <a:moveTo>
                    <a:pt x="52746" y="0"/>
                  </a:moveTo>
                  <a:lnTo>
                    <a:pt x="760054" y="0"/>
                  </a:lnTo>
                  <a:cubicBezTo>
                    <a:pt x="789185" y="0"/>
                    <a:pt x="812800" y="23615"/>
                    <a:pt x="812800" y="52746"/>
                  </a:cubicBezTo>
                  <a:lnTo>
                    <a:pt x="812800" y="1011556"/>
                  </a:lnTo>
                  <a:cubicBezTo>
                    <a:pt x="812800" y="1040687"/>
                    <a:pt x="789185" y="1064302"/>
                    <a:pt x="760054" y="1064302"/>
                  </a:cubicBezTo>
                  <a:lnTo>
                    <a:pt x="52746" y="1064302"/>
                  </a:lnTo>
                  <a:cubicBezTo>
                    <a:pt x="23615" y="1064302"/>
                    <a:pt x="0" y="1040687"/>
                    <a:pt x="0" y="1011556"/>
                  </a:cubicBezTo>
                  <a:lnTo>
                    <a:pt x="0" y="52746"/>
                  </a:lnTo>
                  <a:cubicBezTo>
                    <a:pt x="0" y="23615"/>
                    <a:pt x="23615" y="0"/>
                    <a:pt x="52746" y="0"/>
                  </a:cubicBezTo>
                  <a:close/>
                </a:path>
              </a:pathLst>
            </a:custGeom>
            <a:solidFill>
              <a:srgbClr val="4F8E56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14300"/>
              <a:ext cx="812800" cy="11786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7860384" y="8327108"/>
            <a:ext cx="2567233" cy="767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92"/>
              </a:lnSpc>
            </a:pPr>
            <a:r>
              <a:rPr lang="en-US" sz="4565" b="true">
                <a:solidFill>
                  <a:srgbClr val="000000"/>
                </a:solidFill>
                <a:latin typeface="Prompt Bold"/>
                <a:ea typeface="Prompt Bold"/>
                <a:cs typeface="Prompt Bold"/>
                <a:sym typeface="Prompt Bold"/>
              </a:rPr>
              <a:t>TABLE : 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81649" y="538425"/>
            <a:ext cx="14124702" cy="1056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18"/>
              </a:lnSpc>
            </a:pPr>
            <a:r>
              <a:rPr lang="en-US" sz="7470" spc="-522">
                <a:solidFill>
                  <a:srgbClr val="BB500B"/>
                </a:solidFill>
                <a:latin typeface="Waffle Soft"/>
                <a:ea typeface="Waffle Soft"/>
                <a:cs typeface="Waffle Soft"/>
                <a:sym typeface="Waffle Soft"/>
              </a:rPr>
              <a:t>SCAN QR FOR ORDERING FOOD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26766" y="3598094"/>
            <a:ext cx="3964757" cy="4370903"/>
            <a:chOff x="0" y="0"/>
            <a:chExt cx="1217361" cy="13420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17360" cy="1342066"/>
            </a:xfrm>
            <a:custGeom>
              <a:avLst/>
              <a:gdLst/>
              <a:ahLst/>
              <a:cxnLst/>
              <a:rect r="r" b="b" t="t" l="l"/>
              <a:pathLst>
                <a:path h="1342066" w="1217360">
                  <a:moveTo>
                    <a:pt x="97634" y="0"/>
                  </a:moveTo>
                  <a:lnTo>
                    <a:pt x="1119726" y="0"/>
                  </a:lnTo>
                  <a:cubicBezTo>
                    <a:pt x="1173648" y="0"/>
                    <a:pt x="1217360" y="43712"/>
                    <a:pt x="1217360" y="97634"/>
                  </a:cubicBezTo>
                  <a:lnTo>
                    <a:pt x="1217360" y="1244432"/>
                  </a:lnTo>
                  <a:cubicBezTo>
                    <a:pt x="1217360" y="1298353"/>
                    <a:pt x="1173648" y="1342066"/>
                    <a:pt x="1119726" y="1342066"/>
                  </a:cubicBezTo>
                  <a:lnTo>
                    <a:pt x="97634" y="1342066"/>
                  </a:lnTo>
                  <a:cubicBezTo>
                    <a:pt x="43712" y="1342066"/>
                    <a:pt x="0" y="1298353"/>
                    <a:pt x="0" y="1244432"/>
                  </a:cubicBezTo>
                  <a:lnTo>
                    <a:pt x="0" y="97634"/>
                  </a:lnTo>
                  <a:cubicBezTo>
                    <a:pt x="0" y="43712"/>
                    <a:pt x="43712" y="0"/>
                    <a:pt x="97634" y="0"/>
                  </a:cubicBezTo>
                  <a:close/>
                </a:path>
              </a:pathLst>
            </a:custGeom>
            <a:solidFill>
              <a:srgbClr val="FBC64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1217361" cy="14182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19"/>
                </a:lnSpc>
              </a:pPr>
            </a:p>
            <a:p>
              <a:pPr algn="ctr">
                <a:lnSpc>
                  <a:spcPts val="4619"/>
                </a:lnSpc>
              </a:pPr>
              <a:r>
                <a:rPr lang="en-US" sz="3299">
                  <a:solidFill>
                    <a:srgbClr val="000000"/>
                  </a:solidFill>
                  <a:latin typeface="Prompt"/>
                  <a:ea typeface="Prompt"/>
                  <a:cs typeface="Prompt"/>
                  <a:sym typeface="Prompt"/>
                </a:rPr>
                <a:t>ธมน อู่เงิน</a:t>
              </a:r>
            </a:p>
            <a:p>
              <a:pPr algn="ctr">
                <a:lnSpc>
                  <a:spcPts val="4619"/>
                </a:lnSpc>
              </a:pPr>
              <a:r>
                <a:rPr lang="en-US" sz="3299">
                  <a:solidFill>
                    <a:srgbClr val="000000"/>
                  </a:solidFill>
                  <a:latin typeface="Prompt"/>
                  <a:ea typeface="Prompt"/>
                  <a:cs typeface="Prompt"/>
                  <a:sym typeface="Prompt"/>
                </a:rPr>
                <a:t>660510656</a:t>
              </a:r>
            </a:p>
            <a:p>
              <a:pPr algn="ctr">
                <a:lnSpc>
                  <a:spcPts val="4619"/>
                </a:lnSpc>
                <a:spcBef>
                  <a:spcPct val="0"/>
                </a:spcBef>
              </a:pPr>
              <a:r>
                <a:rPr lang="en-US" sz="3299">
                  <a:solidFill>
                    <a:srgbClr val="000000"/>
                  </a:solidFill>
                  <a:latin typeface="Prompt"/>
                  <a:ea typeface="Prompt"/>
                  <a:cs typeface="Prompt"/>
                  <a:sym typeface="Prompt"/>
                </a:rPr>
                <a:t>Role : Backend &amp; Frontend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018196" y="3598094"/>
            <a:ext cx="3963231" cy="4370903"/>
            <a:chOff x="0" y="0"/>
            <a:chExt cx="1216892" cy="13420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16892" cy="1342066"/>
            </a:xfrm>
            <a:custGeom>
              <a:avLst/>
              <a:gdLst/>
              <a:ahLst/>
              <a:cxnLst/>
              <a:rect r="r" b="b" t="t" l="l"/>
              <a:pathLst>
                <a:path h="1342066" w="1216892">
                  <a:moveTo>
                    <a:pt x="97672" y="0"/>
                  </a:moveTo>
                  <a:lnTo>
                    <a:pt x="1119220" y="0"/>
                  </a:lnTo>
                  <a:cubicBezTo>
                    <a:pt x="1173163" y="0"/>
                    <a:pt x="1216892" y="43729"/>
                    <a:pt x="1216892" y="97672"/>
                  </a:cubicBezTo>
                  <a:lnTo>
                    <a:pt x="1216892" y="1244394"/>
                  </a:lnTo>
                  <a:cubicBezTo>
                    <a:pt x="1216892" y="1270298"/>
                    <a:pt x="1206601" y="1295141"/>
                    <a:pt x="1188284" y="1313458"/>
                  </a:cubicBezTo>
                  <a:cubicBezTo>
                    <a:pt x="1169967" y="1331775"/>
                    <a:pt x="1145124" y="1342066"/>
                    <a:pt x="1119220" y="1342066"/>
                  </a:cubicBezTo>
                  <a:lnTo>
                    <a:pt x="97672" y="1342066"/>
                  </a:lnTo>
                  <a:cubicBezTo>
                    <a:pt x="71768" y="1342066"/>
                    <a:pt x="46924" y="1331775"/>
                    <a:pt x="28607" y="1313458"/>
                  </a:cubicBezTo>
                  <a:cubicBezTo>
                    <a:pt x="10290" y="1295141"/>
                    <a:pt x="0" y="1270298"/>
                    <a:pt x="0" y="1244394"/>
                  </a:cubicBezTo>
                  <a:lnTo>
                    <a:pt x="0" y="97672"/>
                  </a:lnTo>
                  <a:cubicBezTo>
                    <a:pt x="0" y="71768"/>
                    <a:pt x="10290" y="46924"/>
                    <a:pt x="28607" y="28607"/>
                  </a:cubicBezTo>
                  <a:cubicBezTo>
                    <a:pt x="46924" y="10290"/>
                    <a:pt x="71768" y="0"/>
                    <a:pt x="97672" y="0"/>
                  </a:cubicBezTo>
                  <a:close/>
                </a:path>
              </a:pathLst>
            </a:custGeom>
            <a:solidFill>
              <a:srgbClr val="02703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1216892" cy="14182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19"/>
                </a:lnSpc>
              </a:pPr>
              <a:r>
                <a:rPr lang="en-US" sz="3299">
                  <a:solidFill>
                    <a:srgbClr val="000000"/>
                  </a:solidFill>
                  <a:latin typeface="Prompt"/>
                  <a:ea typeface="Prompt"/>
                  <a:cs typeface="Prompt"/>
                  <a:sym typeface="Prompt"/>
                </a:rPr>
                <a:t>วรพล ปานเขียว</a:t>
              </a:r>
            </a:p>
            <a:p>
              <a:pPr algn="ctr">
                <a:lnSpc>
                  <a:spcPts val="4619"/>
                </a:lnSpc>
              </a:pPr>
              <a:r>
                <a:rPr lang="en-US" sz="3299">
                  <a:solidFill>
                    <a:srgbClr val="000000"/>
                  </a:solidFill>
                  <a:latin typeface="Prompt"/>
                  <a:ea typeface="Prompt"/>
                  <a:cs typeface="Prompt"/>
                  <a:sym typeface="Prompt"/>
                </a:rPr>
                <a:t>660510675</a:t>
              </a:r>
            </a:p>
            <a:p>
              <a:pPr algn="ctr">
                <a:lnSpc>
                  <a:spcPts val="4619"/>
                </a:lnSpc>
                <a:spcBef>
                  <a:spcPct val="0"/>
                </a:spcBef>
              </a:pPr>
              <a:r>
                <a:rPr lang="en-US" sz="3299">
                  <a:solidFill>
                    <a:srgbClr val="000000"/>
                  </a:solidFill>
                  <a:latin typeface="Prompt"/>
                  <a:ea typeface="Prompt"/>
                  <a:cs typeface="Prompt"/>
                  <a:sym typeface="Prompt"/>
                </a:rPr>
                <a:t>Role : Frontend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308100" y="3598094"/>
            <a:ext cx="3963231" cy="4370903"/>
            <a:chOff x="0" y="0"/>
            <a:chExt cx="1216892" cy="134206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16892" cy="1342066"/>
            </a:xfrm>
            <a:custGeom>
              <a:avLst/>
              <a:gdLst/>
              <a:ahLst/>
              <a:cxnLst/>
              <a:rect r="r" b="b" t="t" l="l"/>
              <a:pathLst>
                <a:path h="1342066" w="1216892">
                  <a:moveTo>
                    <a:pt x="97672" y="0"/>
                  </a:moveTo>
                  <a:lnTo>
                    <a:pt x="1119220" y="0"/>
                  </a:lnTo>
                  <a:cubicBezTo>
                    <a:pt x="1173163" y="0"/>
                    <a:pt x="1216892" y="43729"/>
                    <a:pt x="1216892" y="97672"/>
                  </a:cubicBezTo>
                  <a:lnTo>
                    <a:pt x="1216892" y="1244394"/>
                  </a:lnTo>
                  <a:cubicBezTo>
                    <a:pt x="1216892" y="1270298"/>
                    <a:pt x="1206601" y="1295141"/>
                    <a:pt x="1188284" y="1313458"/>
                  </a:cubicBezTo>
                  <a:cubicBezTo>
                    <a:pt x="1169967" y="1331775"/>
                    <a:pt x="1145124" y="1342066"/>
                    <a:pt x="1119220" y="1342066"/>
                  </a:cubicBezTo>
                  <a:lnTo>
                    <a:pt x="97672" y="1342066"/>
                  </a:lnTo>
                  <a:cubicBezTo>
                    <a:pt x="71768" y="1342066"/>
                    <a:pt x="46924" y="1331775"/>
                    <a:pt x="28607" y="1313458"/>
                  </a:cubicBezTo>
                  <a:cubicBezTo>
                    <a:pt x="10290" y="1295141"/>
                    <a:pt x="0" y="1270298"/>
                    <a:pt x="0" y="1244394"/>
                  </a:cubicBezTo>
                  <a:lnTo>
                    <a:pt x="0" y="97672"/>
                  </a:lnTo>
                  <a:cubicBezTo>
                    <a:pt x="0" y="71768"/>
                    <a:pt x="10290" y="46924"/>
                    <a:pt x="28607" y="28607"/>
                  </a:cubicBezTo>
                  <a:cubicBezTo>
                    <a:pt x="46924" y="10290"/>
                    <a:pt x="71768" y="0"/>
                    <a:pt x="97672" y="0"/>
                  </a:cubicBezTo>
                  <a:close/>
                </a:path>
              </a:pathLst>
            </a:custGeom>
            <a:solidFill>
              <a:srgbClr val="BB500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1216892" cy="14182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19"/>
                </a:lnSpc>
              </a:pPr>
              <a:r>
                <a:rPr lang="en-US" sz="3299">
                  <a:solidFill>
                    <a:srgbClr val="000000"/>
                  </a:solidFill>
                  <a:latin typeface="Prompt"/>
                  <a:ea typeface="Prompt"/>
                  <a:cs typeface="Prompt"/>
                  <a:sym typeface="Prompt"/>
                </a:rPr>
                <a:t>กิตติภพ ดวงมาลา</a:t>
              </a:r>
            </a:p>
            <a:p>
              <a:pPr algn="ctr">
                <a:lnSpc>
                  <a:spcPts val="4619"/>
                </a:lnSpc>
              </a:pPr>
              <a:r>
                <a:rPr lang="en-US" sz="3299">
                  <a:solidFill>
                    <a:srgbClr val="000000"/>
                  </a:solidFill>
                  <a:latin typeface="Prompt"/>
                  <a:ea typeface="Prompt"/>
                  <a:cs typeface="Prompt"/>
                  <a:sym typeface="Prompt"/>
                </a:rPr>
                <a:t>660510690</a:t>
              </a:r>
            </a:p>
            <a:p>
              <a:pPr algn="ctr">
                <a:lnSpc>
                  <a:spcPts val="4619"/>
                </a:lnSpc>
                <a:spcBef>
                  <a:spcPct val="0"/>
                </a:spcBef>
              </a:pPr>
              <a:r>
                <a:rPr lang="en-US" sz="3299">
                  <a:solidFill>
                    <a:srgbClr val="000000"/>
                  </a:solidFill>
                  <a:latin typeface="Prompt"/>
                  <a:ea typeface="Prompt"/>
                  <a:cs typeface="Prompt"/>
                  <a:sym typeface="Prompt"/>
                </a:rPr>
                <a:t>Role : Frontend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598003" y="3598094"/>
            <a:ext cx="3963231" cy="4370903"/>
            <a:chOff x="0" y="0"/>
            <a:chExt cx="1216892" cy="134206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16892" cy="1342066"/>
            </a:xfrm>
            <a:custGeom>
              <a:avLst/>
              <a:gdLst/>
              <a:ahLst/>
              <a:cxnLst/>
              <a:rect r="r" b="b" t="t" l="l"/>
              <a:pathLst>
                <a:path h="1342066" w="1216892">
                  <a:moveTo>
                    <a:pt x="97672" y="0"/>
                  </a:moveTo>
                  <a:lnTo>
                    <a:pt x="1119220" y="0"/>
                  </a:lnTo>
                  <a:cubicBezTo>
                    <a:pt x="1173163" y="0"/>
                    <a:pt x="1216892" y="43729"/>
                    <a:pt x="1216892" y="97672"/>
                  </a:cubicBezTo>
                  <a:lnTo>
                    <a:pt x="1216892" y="1244394"/>
                  </a:lnTo>
                  <a:cubicBezTo>
                    <a:pt x="1216892" y="1270298"/>
                    <a:pt x="1206601" y="1295141"/>
                    <a:pt x="1188284" y="1313458"/>
                  </a:cubicBezTo>
                  <a:cubicBezTo>
                    <a:pt x="1169967" y="1331775"/>
                    <a:pt x="1145124" y="1342066"/>
                    <a:pt x="1119220" y="1342066"/>
                  </a:cubicBezTo>
                  <a:lnTo>
                    <a:pt x="97672" y="1342066"/>
                  </a:lnTo>
                  <a:cubicBezTo>
                    <a:pt x="71768" y="1342066"/>
                    <a:pt x="46924" y="1331775"/>
                    <a:pt x="28607" y="1313458"/>
                  </a:cubicBezTo>
                  <a:cubicBezTo>
                    <a:pt x="10290" y="1295141"/>
                    <a:pt x="0" y="1270298"/>
                    <a:pt x="0" y="1244394"/>
                  </a:cubicBezTo>
                  <a:lnTo>
                    <a:pt x="0" y="97672"/>
                  </a:lnTo>
                  <a:cubicBezTo>
                    <a:pt x="0" y="71768"/>
                    <a:pt x="10290" y="46924"/>
                    <a:pt x="28607" y="28607"/>
                  </a:cubicBezTo>
                  <a:cubicBezTo>
                    <a:pt x="46924" y="10290"/>
                    <a:pt x="71768" y="0"/>
                    <a:pt x="97672" y="0"/>
                  </a:cubicBezTo>
                  <a:close/>
                </a:path>
              </a:pathLst>
            </a:custGeom>
            <a:solidFill>
              <a:srgbClr val="FBC64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76200"/>
              <a:ext cx="1216892" cy="14182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19"/>
                </a:lnSpc>
              </a:pPr>
              <a:r>
                <a:rPr lang="en-US" sz="3299">
                  <a:solidFill>
                    <a:srgbClr val="000000"/>
                  </a:solidFill>
                  <a:latin typeface="Prompt"/>
                  <a:ea typeface="Prompt"/>
                  <a:cs typeface="Prompt"/>
                  <a:sym typeface="Prompt"/>
                </a:rPr>
                <a:t>สิริวิมล ยางธิสาร</a:t>
              </a:r>
            </a:p>
            <a:p>
              <a:pPr algn="ctr">
                <a:lnSpc>
                  <a:spcPts val="4619"/>
                </a:lnSpc>
              </a:pPr>
              <a:r>
                <a:rPr lang="en-US" sz="3299">
                  <a:solidFill>
                    <a:srgbClr val="000000"/>
                  </a:solidFill>
                  <a:latin typeface="Prompt"/>
                  <a:ea typeface="Prompt"/>
                  <a:cs typeface="Prompt"/>
                  <a:sym typeface="Prompt"/>
                </a:rPr>
                <a:t>660510728</a:t>
              </a:r>
            </a:p>
            <a:p>
              <a:pPr algn="ctr">
                <a:lnSpc>
                  <a:spcPts val="4619"/>
                </a:lnSpc>
                <a:spcBef>
                  <a:spcPct val="0"/>
                </a:spcBef>
              </a:pPr>
              <a:r>
                <a:rPr lang="en-US" sz="3299">
                  <a:solidFill>
                    <a:srgbClr val="000000"/>
                  </a:solidFill>
                  <a:latin typeface="Prompt"/>
                  <a:ea typeface="Prompt"/>
                  <a:cs typeface="Prompt"/>
                  <a:sym typeface="Prompt"/>
                </a:rPr>
                <a:t>Role : Frontend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577015">
            <a:off x="14629307" y="2558986"/>
            <a:ext cx="1900623" cy="2078216"/>
          </a:xfrm>
          <a:custGeom>
            <a:avLst/>
            <a:gdLst/>
            <a:ahLst/>
            <a:cxnLst/>
            <a:rect r="r" b="b" t="t" l="l"/>
            <a:pathLst>
              <a:path h="2078216" w="1900623">
                <a:moveTo>
                  <a:pt x="0" y="0"/>
                </a:moveTo>
                <a:lnTo>
                  <a:pt x="1900623" y="0"/>
                </a:lnTo>
                <a:lnTo>
                  <a:pt x="1900623" y="2078216"/>
                </a:lnTo>
                <a:lnTo>
                  <a:pt x="0" y="20782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1841698" y="2851716"/>
            <a:ext cx="2230243" cy="1901789"/>
          </a:xfrm>
          <a:custGeom>
            <a:avLst/>
            <a:gdLst/>
            <a:ahLst/>
            <a:cxnLst/>
            <a:rect r="r" b="b" t="t" l="l"/>
            <a:pathLst>
              <a:path h="1901789" w="2230243">
                <a:moveTo>
                  <a:pt x="0" y="0"/>
                </a:moveTo>
                <a:lnTo>
                  <a:pt x="2230244" y="0"/>
                </a:lnTo>
                <a:lnTo>
                  <a:pt x="2230244" y="1901789"/>
                </a:lnTo>
                <a:lnTo>
                  <a:pt x="0" y="19017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6050626" y="2849889"/>
            <a:ext cx="2419836" cy="1931469"/>
          </a:xfrm>
          <a:custGeom>
            <a:avLst/>
            <a:gdLst/>
            <a:ahLst/>
            <a:cxnLst/>
            <a:rect r="r" b="b" t="t" l="l"/>
            <a:pathLst>
              <a:path h="1931469" w="2419836">
                <a:moveTo>
                  <a:pt x="0" y="0"/>
                </a:moveTo>
                <a:lnTo>
                  <a:pt x="2419837" y="0"/>
                </a:lnTo>
                <a:lnTo>
                  <a:pt x="2419837" y="1931469"/>
                </a:lnTo>
                <a:lnTo>
                  <a:pt x="0" y="19314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123207" y="2851716"/>
            <a:ext cx="1762905" cy="1931469"/>
          </a:xfrm>
          <a:custGeom>
            <a:avLst/>
            <a:gdLst/>
            <a:ahLst/>
            <a:cxnLst/>
            <a:rect r="r" b="b" t="t" l="l"/>
            <a:pathLst>
              <a:path h="1931469" w="1762905">
                <a:moveTo>
                  <a:pt x="0" y="0"/>
                </a:moveTo>
                <a:lnTo>
                  <a:pt x="1762905" y="0"/>
                </a:lnTo>
                <a:lnTo>
                  <a:pt x="1762905" y="1931469"/>
                </a:lnTo>
                <a:lnTo>
                  <a:pt x="0" y="193146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5783560" y="1150698"/>
            <a:ext cx="6720879" cy="1699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715"/>
              </a:lnSpc>
            </a:pPr>
            <a:r>
              <a:rPr lang="en-US" sz="11996" spc="-839">
                <a:solidFill>
                  <a:srgbClr val="BB500B"/>
                </a:solidFill>
                <a:latin typeface="Waffle Soft"/>
                <a:ea typeface="Waffle Soft"/>
                <a:cs typeface="Waffle Soft"/>
                <a:sym typeface="Waffle Soft"/>
              </a:rPr>
              <a:t>ROLE</a:t>
            </a:r>
          </a:p>
        </p:txBody>
      </p:sp>
      <p:grpSp>
        <p:nvGrpSpPr>
          <p:cNvPr name="Group 19" id="19"/>
          <p:cNvGrpSpPr/>
          <p:nvPr/>
        </p:nvGrpSpPr>
        <p:grpSpPr>
          <a:xfrm rot="-95770">
            <a:off x="-804270" y="9166182"/>
            <a:ext cx="20178560" cy="3086100"/>
            <a:chOff x="0" y="0"/>
            <a:chExt cx="5314518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314518" cy="812800"/>
            </a:xfrm>
            <a:custGeom>
              <a:avLst/>
              <a:gdLst/>
              <a:ahLst/>
              <a:cxnLst/>
              <a:rect r="r" b="b" t="t" l="l"/>
              <a:pathLst>
                <a:path h="812800" w="5314518">
                  <a:moveTo>
                    <a:pt x="0" y="0"/>
                  </a:moveTo>
                  <a:lnTo>
                    <a:pt x="5314518" y="0"/>
                  </a:lnTo>
                  <a:lnTo>
                    <a:pt x="531451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6EED6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5314518" cy="831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8"/>
                </a:lnSpc>
              </a:pP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95770">
            <a:off x="-804270" y="9166182"/>
            <a:ext cx="20178560" cy="3086100"/>
            <a:chOff x="0" y="0"/>
            <a:chExt cx="5314518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314518" cy="812800"/>
            </a:xfrm>
            <a:custGeom>
              <a:avLst/>
              <a:gdLst/>
              <a:ahLst/>
              <a:cxnLst/>
              <a:rect r="r" b="b" t="t" l="l"/>
              <a:pathLst>
                <a:path h="812800" w="5314518">
                  <a:moveTo>
                    <a:pt x="0" y="0"/>
                  </a:moveTo>
                  <a:lnTo>
                    <a:pt x="5314518" y="0"/>
                  </a:lnTo>
                  <a:lnTo>
                    <a:pt x="531451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6EED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5314518" cy="831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8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90516" y="3135843"/>
            <a:ext cx="8417234" cy="6702235"/>
            <a:chOff x="0" y="0"/>
            <a:chExt cx="2584473" cy="20578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84473" cy="2057890"/>
            </a:xfrm>
            <a:custGeom>
              <a:avLst/>
              <a:gdLst/>
              <a:ahLst/>
              <a:cxnLst/>
              <a:rect r="r" b="b" t="t" l="l"/>
              <a:pathLst>
                <a:path h="2057890" w="2584473">
                  <a:moveTo>
                    <a:pt x="45989" y="0"/>
                  </a:moveTo>
                  <a:lnTo>
                    <a:pt x="2538485" y="0"/>
                  </a:lnTo>
                  <a:cubicBezTo>
                    <a:pt x="2550682" y="0"/>
                    <a:pt x="2562379" y="4845"/>
                    <a:pt x="2571003" y="13470"/>
                  </a:cubicBezTo>
                  <a:cubicBezTo>
                    <a:pt x="2579628" y="22094"/>
                    <a:pt x="2584473" y="33792"/>
                    <a:pt x="2584473" y="45989"/>
                  </a:cubicBezTo>
                  <a:lnTo>
                    <a:pt x="2584473" y="2011902"/>
                  </a:lnTo>
                  <a:cubicBezTo>
                    <a:pt x="2584473" y="2024099"/>
                    <a:pt x="2579628" y="2035796"/>
                    <a:pt x="2571003" y="2044421"/>
                  </a:cubicBezTo>
                  <a:cubicBezTo>
                    <a:pt x="2562379" y="2053045"/>
                    <a:pt x="2550682" y="2057890"/>
                    <a:pt x="2538485" y="2057890"/>
                  </a:cubicBezTo>
                  <a:lnTo>
                    <a:pt x="45989" y="2057890"/>
                  </a:lnTo>
                  <a:cubicBezTo>
                    <a:pt x="33792" y="2057890"/>
                    <a:pt x="22094" y="2053045"/>
                    <a:pt x="13470" y="2044421"/>
                  </a:cubicBezTo>
                  <a:cubicBezTo>
                    <a:pt x="4845" y="2035796"/>
                    <a:pt x="0" y="2024099"/>
                    <a:pt x="0" y="2011902"/>
                  </a:cubicBezTo>
                  <a:lnTo>
                    <a:pt x="0" y="45989"/>
                  </a:lnTo>
                  <a:cubicBezTo>
                    <a:pt x="0" y="33792"/>
                    <a:pt x="4845" y="22094"/>
                    <a:pt x="13470" y="13470"/>
                  </a:cubicBezTo>
                  <a:cubicBezTo>
                    <a:pt x="22094" y="4845"/>
                    <a:pt x="33792" y="0"/>
                    <a:pt x="45989" y="0"/>
                  </a:cubicBezTo>
                  <a:close/>
                </a:path>
              </a:pathLst>
            </a:custGeom>
            <a:solidFill>
              <a:srgbClr val="CB5D0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14300"/>
              <a:ext cx="2584473" cy="21721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80250" y="3087429"/>
            <a:ext cx="8417234" cy="6750649"/>
            <a:chOff x="0" y="0"/>
            <a:chExt cx="2584473" cy="207275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84473" cy="2072756"/>
            </a:xfrm>
            <a:custGeom>
              <a:avLst/>
              <a:gdLst/>
              <a:ahLst/>
              <a:cxnLst/>
              <a:rect r="r" b="b" t="t" l="l"/>
              <a:pathLst>
                <a:path h="2072756" w="2584473">
                  <a:moveTo>
                    <a:pt x="45989" y="0"/>
                  </a:moveTo>
                  <a:lnTo>
                    <a:pt x="2538485" y="0"/>
                  </a:lnTo>
                  <a:cubicBezTo>
                    <a:pt x="2550682" y="0"/>
                    <a:pt x="2562379" y="4845"/>
                    <a:pt x="2571003" y="13470"/>
                  </a:cubicBezTo>
                  <a:cubicBezTo>
                    <a:pt x="2579628" y="22094"/>
                    <a:pt x="2584473" y="33792"/>
                    <a:pt x="2584473" y="45989"/>
                  </a:cubicBezTo>
                  <a:lnTo>
                    <a:pt x="2584473" y="2026767"/>
                  </a:lnTo>
                  <a:cubicBezTo>
                    <a:pt x="2584473" y="2038964"/>
                    <a:pt x="2579628" y="2050661"/>
                    <a:pt x="2571003" y="2059286"/>
                  </a:cubicBezTo>
                  <a:cubicBezTo>
                    <a:pt x="2562379" y="2067910"/>
                    <a:pt x="2550682" y="2072756"/>
                    <a:pt x="2538485" y="2072756"/>
                  </a:cubicBezTo>
                  <a:lnTo>
                    <a:pt x="45989" y="2072756"/>
                  </a:lnTo>
                  <a:cubicBezTo>
                    <a:pt x="33792" y="2072756"/>
                    <a:pt x="22094" y="2067910"/>
                    <a:pt x="13470" y="2059286"/>
                  </a:cubicBezTo>
                  <a:cubicBezTo>
                    <a:pt x="4845" y="2050661"/>
                    <a:pt x="0" y="2038964"/>
                    <a:pt x="0" y="2026767"/>
                  </a:cubicBezTo>
                  <a:lnTo>
                    <a:pt x="0" y="45989"/>
                  </a:lnTo>
                  <a:cubicBezTo>
                    <a:pt x="0" y="33792"/>
                    <a:pt x="4845" y="22094"/>
                    <a:pt x="13470" y="13470"/>
                  </a:cubicBezTo>
                  <a:cubicBezTo>
                    <a:pt x="22094" y="4845"/>
                    <a:pt x="33792" y="0"/>
                    <a:pt x="45989" y="0"/>
                  </a:cubicBezTo>
                  <a:close/>
                </a:path>
              </a:pathLst>
            </a:custGeom>
            <a:solidFill>
              <a:srgbClr val="FBC64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14300"/>
              <a:ext cx="2584473" cy="21870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071942" y="1150698"/>
            <a:ext cx="10689115" cy="1699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715"/>
              </a:lnSpc>
            </a:pPr>
            <a:r>
              <a:rPr lang="en-US" sz="11996" spc="-839">
                <a:solidFill>
                  <a:srgbClr val="BB500B"/>
                </a:solidFill>
                <a:latin typeface="Waffle Soft"/>
                <a:ea typeface="Waffle Soft"/>
                <a:cs typeface="Waffle Soft"/>
                <a:sym typeface="Waffle Soft"/>
              </a:rPr>
              <a:t>ADDITIONALS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3355381"/>
            <a:ext cx="7479733" cy="6157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Flask==2.2.2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gunicorn==20.1.0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Werkzeug==2.2.2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Flask-WTF==1.0.1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bcrypt==4.1.2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email-validator==2.0.0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Flask-SQLAlchemy==3.0.3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psycopg2-binary==2.9.9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SQLAlchemy-serializer==1.4.1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Flask-Login==0.6.3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flask-apscheduler==1.12.4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707027" y="3202981"/>
            <a:ext cx="7563679" cy="3743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6"/>
              </a:lnSpc>
            </a:pPr>
            <a:r>
              <a:rPr lang="en-US" sz="3200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ในการทำงานช่วยให้ทุกคนในทีมได้พัฒนาทักษะการสื่อสารร่วมกัน ช่วยกันแก้ไขและอ่านโค้ดของแต่ละคน การจัดระเบียบความสำคัญของงาน และได้เรียนรู้งานทำงานรวมกันผ่าน Github 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577015">
            <a:off x="15228477" y="-261866"/>
            <a:ext cx="2870928" cy="3139186"/>
          </a:xfrm>
          <a:custGeom>
            <a:avLst/>
            <a:gdLst/>
            <a:ahLst/>
            <a:cxnLst/>
            <a:rect r="r" b="b" t="t" l="l"/>
            <a:pathLst>
              <a:path h="3139186" w="2870928">
                <a:moveTo>
                  <a:pt x="0" y="0"/>
                </a:moveTo>
                <a:lnTo>
                  <a:pt x="2870929" y="0"/>
                </a:lnTo>
                <a:lnTo>
                  <a:pt x="2870929" y="3139186"/>
                </a:lnTo>
                <a:lnTo>
                  <a:pt x="0" y="31391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903247" y="702770"/>
            <a:ext cx="10481506" cy="8555530"/>
          </a:xfrm>
          <a:custGeom>
            <a:avLst/>
            <a:gdLst/>
            <a:ahLst/>
            <a:cxnLst/>
            <a:rect r="r" b="b" t="t" l="l"/>
            <a:pathLst>
              <a:path h="8555530" w="10481506">
                <a:moveTo>
                  <a:pt x="0" y="0"/>
                </a:moveTo>
                <a:lnTo>
                  <a:pt x="10481506" y="0"/>
                </a:lnTo>
                <a:lnTo>
                  <a:pt x="10481506" y="8555530"/>
                </a:lnTo>
                <a:lnTo>
                  <a:pt x="0" y="85555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95770">
            <a:off x="-804270" y="9166182"/>
            <a:ext cx="20178560" cy="3086100"/>
            <a:chOff x="0" y="0"/>
            <a:chExt cx="5314518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314518" cy="812800"/>
            </a:xfrm>
            <a:custGeom>
              <a:avLst/>
              <a:gdLst/>
              <a:ahLst/>
              <a:cxnLst/>
              <a:rect r="r" b="b" t="t" l="l"/>
              <a:pathLst>
                <a:path h="812800" w="5314518">
                  <a:moveTo>
                    <a:pt x="0" y="0"/>
                  </a:moveTo>
                  <a:lnTo>
                    <a:pt x="5314518" y="0"/>
                  </a:lnTo>
                  <a:lnTo>
                    <a:pt x="531451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6EED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5314518" cy="831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8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551845" y="702770"/>
            <a:ext cx="837224" cy="570734"/>
          </a:xfrm>
          <a:custGeom>
            <a:avLst/>
            <a:gdLst/>
            <a:ahLst/>
            <a:cxnLst/>
            <a:rect r="r" b="b" t="t" l="l"/>
            <a:pathLst>
              <a:path h="570734" w="837224">
                <a:moveTo>
                  <a:pt x="0" y="0"/>
                </a:moveTo>
                <a:lnTo>
                  <a:pt x="837224" y="0"/>
                </a:lnTo>
                <a:lnTo>
                  <a:pt x="837224" y="570734"/>
                </a:lnTo>
                <a:lnTo>
                  <a:pt x="0" y="5707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570938" y="8643537"/>
            <a:ext cx="598046" cy="614763"/>
          </a:xfrm>
          <a:custGeom>
            <a:avLst/>
            <a:gdLst/>
            <a:ahLst/>
            <a:cxnLst/>
            <a:rect r="r" b="b" t="t" l="l"/>
            <a:pathLst>
              <a:path h="614763" w="598046">
                <a:moveTo>
                  <a:pt x="0" y="0"/>
                </a:moveTo>
                <a:lnTo>
                  <a:pt x="598046" y="0"/>
                </a:lnTo>
                <a:lnTo>
                  <a:pt x="598046" y="614763"/>
                </a:lnTo>
                <a:lnTo>
                  <a:pt x="0" y="6147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50792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124615" y="4348869"/>
            <a:ext cx="14038770" cy="1989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21"/>
              </a:lnSpc>
            </a:pPr>
            <a:r>
              <a:rPr lang="en-US" sz="15737" spc="-1101">
                <a:solidFill>
                  <a:srgbClr val="BB500B"/>
                </a:solidFill>
                <a:latin typeface="Waffle Soft"/>
                <a:ea typeface="Waffle Soft"/>
                <a:cs typeface="Waffle Soft"/>
                <a:sym typeface="Waffle Soft"/>
              </a:rPr>
              <a:t>THANK YOU</a:t>
            </a:r>
          </a:p>
        </p:txBody>
      </p:sp>
      <p:sp>
        <p:nvSpPr>
          <p:cNvPr name="Freeform 9" id="9"/>
          <p:cNvSpPr/>
          <p:nvPr/>
        </p:nvSpPr>
        <p:spPr>
          <a:xfrm flipH="true" flipV="false" rot="0">
            <a:off x="14147271" y="-336357"/>
            <a:ext cx="5281915" cy="4494430"/>
          </a:xfrm>
          <a:custGeom>
            <a:avLst/>
            <a:gdLst/>
            <a:ahLst/>
            <a:cxnLst/>
            <a:rect r="r" b="b" t="t" l="l"/>
            <a:pathLst>
              <a:path h="4494430" w="5281915">
                <a:moveTo>
                  <a:pt x="5281915" y="0"/>
                </a:moveTo>
                <a:lnTo>
                  <a:pt x="0" y="0"/>
                </a:lnTo>
                <a:lnTo>
                  <a:pt x="0" y="4494429"/>
                </a:lnTo>
                <a:lnTo>
                  <a:pt x="5281915" y="4494429"/>
                </a:lnTo>
                <a:lnTo>
                  <a:pt x="5281915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-242846">
            <a:off x="-682936" y="5553285"/>
            <a:ext cx="4455000" cy="4114800"/>
          </a:xfrm>
          <a:custGeom>
            <a:avLst/>
            <a:gdLst/>
            <a:ahLst/>
            <a:cxnLst/>
            <a:rect r="r" b="b" t="t" l="l"/>
            <a:pathLst>
              <a:path h="4114800" w="4455000">
                <a:moveTo>
                  <a:pt x="4455000" y="0"/>
                </a:moveTo>
                <a:lnTo>
                  <a:pt x="0" y="0"/>
                </a:lnTo>
                <a:lnTo>
                  <a:pt x="0" y="4114800"/>
                </a:lnTo>
                <a:lnTo>
                  <a:pt x="4455000" y="4114800"/>
                </a:lnTo>
                <a:lnTo>
                  <a:pt x="445500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729015" y="5143500"/>
            <a:ext cx="5696784" cy="5489628"/>
          </a:xfrm>
          <a:custGeom>
            <a:avLst/>
            <a:gdLst/>
            <a:ahLst/>
            <a:cxnLst/>
            <a:rect r="r" b="b" t="t" l="l"/>
            <a:pathLst>
              <a:path h="5489628" w="5696784">
                <a:moveTo>
                  <a:pt x="0" y="0"/>
                </a:moveTo>
                <a:lnTo>
                  <a:pt x="5696783" y="0"/>
                </a:lnTo>
                <a:lnTo>
                  <a:pt x="5696783" y="5489628"/>
                </a:lnTo>
                <a:lnTo>
                  <a:pt x="0" y="548962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556981" y="-1237073"/>
            <a:ext cx="4468706" cy="5109747"/>
          </a:xfrm>
          <a:custGeom>
            <a:avLst/>
            <a:gdLst/>
            <a:ahLst/>
            <a:cxnLst/>
            <a:rect r="r" b="b" t="t" l="l"/>
            <a:pathLst>
              <a:path h="5109747" w="4468706">
                <a:moveTo>
                  <a:pt x="0" y="0"/>
                </a:moveTo>
                <a:lnTo>
                  <a:pt x="4468706" y="0"/>
                </a:lnTo>
                <a:lnTo>
                  <a:pt x="4468706" y="5109747"/>
                </a:lnTo>
                <a:lnTo>
                  <a:pt x="0" y="510974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DAGgfonBB9M</dc:identifier>
  <dcterms:modified xsi:type="dcterms:W3CDTF">2011-08-01T06:04:30Z</dcterms:modified>
  <cp:revision>1</cp:revision>
  <dc:title>Khow ban chan .com</dc:title>
</cp:coreProperties>
</file>